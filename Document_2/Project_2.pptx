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4" r:id="rId4"/>
  </p:sldMasterIdLst>
  <p:notesMasterIdLst>
    <p:notesMasterId r:id="rId10"/>
  </p:notesMasterIdLst>
  <p:handoutMasterIdLst>
    <p:handoutMasterId r:id="rId11"/>
  </p:handoutMasterIdLst>
  <p:sldIdLst>
    <p:sldId id="256" r:id="rId5"/>
    <p:sldId id="258" r:id="rId6"/>
    <p:sldId id="259" r:id="rId7"/>
    <p:sldId id="261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1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725" autoAdjust="0"/>
  </p:normalViewPr>
  <p:slideViewPr>
    <p:cSldViewPr snapToGrid="0">
      <p:cViewPr varScale="1">
        <p:scale>
          <a:sx n="77" d="100"/>
          <a:sy n="77" d="100"/>
        </p:scale>
        <p:origin x="912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8" d="100"/>
          <a:sy n="48" d="100"/>
        </p:scale>
        <p:origin x="1836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A47A63F-9D06-479D-A04D-717692D4326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1F70DC-6EDE-457C-B55A-39AC7DE41A3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C06C4-C5A6-48FB-97F5-B20A44F857E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6987CF-42F5-4BB0-AD0D-1D64C359446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68FB4-296C-4F8C-BFA3-D7C3AD617B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555657-0A12-495F-9FFA-D8F7554E7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4322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F2B2CC-0155-4E5E-A890-531D58ADF5B2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780FBB-F712-42E7-8C2F-226D98798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153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3FB0C32-F044-4939-92E4-8BA39B7A39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50" y="-66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84BE8A-3E34-4967-9E7C-13EC8F6A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50" y="-663"/>
            <a:ext cx="12188952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alpha val="6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BFF676-EC35-4FFD-8894-CA4F28307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50" y="0"/>
            <a:ext cx="12188952" cy="6858000"/>
          </a:xfrm>
          <a:prstGeom prst="rect">
            <a:avLst/>
          </a:prstGeom>
          <a:solidFill>
            <a:schemeClr val="bg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2DA1557-E095-4C82-B659-3AF550080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2746250" y="-663"/>
            <a:ext cx="6857999" cy="6857998"/>
          </a:xfrm>
          <a:prstGeom prst="ellipse">
            <a:avLst/>
          </a:prstGeom>
          <a:gradFill>
            <a:gsLst>
              <a:gs pos="0">
                <a:schemeClr val="accent1">
                  <a:lumMod val="20000"/>
                  <a:lumOff val="80000"/>
                  <a:alpha val="4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2700000" scaled="1"/>
          </a:gradFill>
          <a:ln>
            <a:noFill/>
          </a:ln>
          <a:effectLst>
            <a:softEdge rad="520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F34E5EF-94D7-4AE0-BDD1-81A3ECDE6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77040" y="1193411"/>
            <a:ext cx="5589934" cy="5737916"/>
          </a:xfrm>
          <a:prstGeom prst="ellipse">
            <a:avLst/>
          </a:prstGeom>
          <a:gradFill>
            <a:gsLst>
              <a:gs pos="0">
                <a:schemeClr val="accent1">
                  <a:alpha val="40000"/>
                </a:schemeClr>
              </a:gs>
              <a:gs pos="100000">
                <a:schemeClr val="accent5">
                  <a:alpha val="20000"/>
                </a:schemeClr>
              </a:gs>
            </a:gsLst>
            <a:lin ang="2700000" scaled="1"/>
          </a:gradFill>
          <a:ln>
            <a:noFill/>
          </a:ln>
          <a:effectLst>
            <a:softEdge rad="952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829E57E-3199-4AAA-B2D5-F93264FDA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6442672" y="193606"/>
            <a:ext cx="5760743" cy="5737917"/>
          </a:xfrm>
          <a:prstGeom prst="ellipse">
            <a:avLst/>
          </a:pr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5">
                  <a:alpha val="40000"/>
                </a:schemeClr>
              </a:gs>
            </a:gsLst>
            <a:lin ang="2700000" scaled="1"/>
          </a:gradFill>
          <a:ln>
            <a:noFill/>
          </a:ln>
          <a:effectLst>
            <a:softEdge rad="10033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 descr="Tag=CustomerPhoto&#10;Crop=1&#10;Align=N/A">
            <a:extLst>
              <a:ext uri="{FF2B5EF4-FFF2-40B4-BE49-F238E27FC236}">
                <a16:creationId xmlns:a16="http://schemas.microsoft.com/office/drawing/2014/main" id="{8A791822-0971-4E61-A5E4-9AAD258F58E3}"/>
              </a:ext>
            </a:extLst>
          </p:cNvPr>
          <p:cNvPicPr>
            <a:picLocks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" y="-663"/>
            <a:ext cx="12188952" cy="6858000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86D7D99-F789-4EDA-861D-B6B994F05F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50" y="1121700"/>
            <a:ext cx="9144000" cy="2387600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mbria" panose="02040503050406030204" pitchFamily="18" charset="0"/>
                <a:cs typeface="Sabon Next LT" panose="020B0502040204020203" pitchFamily="2" charset="0"/>
              </a:rPr>
              <a:t>Click to edit Master title style</a:t>
            </a:r>
            <a:endParaRPr lang="en-US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ea typeface="Cambria" panose="02040503050406030204" pitchFamily="18" charset="0"/>
              <a:cs typeface="Sabon Next LT" panose="020B0502040204020203" pitchFamily="2" charset="0"/>
            </a:endParaRP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2B39487B-EA73-4D7B-93AA-D63B49F4DA7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27050" y="3600450"/>
            <a:ext cx="9144000" cy="24511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5544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3F98AFCE-98D2-46C5-82A8-E45659B17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F69999FB-8585-40F0-990C-6A0BAD1C8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frame">
            <a:avLst>
              <a:gd name="adj1" fmla="val 7164"/>
            </a:avLst>
          </a:prstGeom>
          <a:gradFill flip="none" rotWithShape="1">
            <a:gsLst>
              <a:gs pos="0">
                <a:schemeClr val="accent2">
                  <a:alpha val="4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768738E-7449-46C1-B7D3-844FE2BA7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4399"/>
            <a:ext cx="5992550" cy="2827422"/>
          </a:xfrm>
        </p:spPr>
        <p:txBody>
          <a:bodyPr anchor="t">
            <a:normAutofit/>
          </a:bodyPr>
          <a:lstStyle/>
          <a:p>
            <a:r>
              <a:rPr lang="en-US" sz="4400">
                <a:gradFill flip="none" rotWithShape="1">
                  <a:gsLst>
                    <a:gs pos="0">
                      <a:schemeClr val="accent5">
                        <a:alpha val="70000"/>
                      </a:schemeClr>
                    </a:gs>
                    <a:gs pos="100000">
                      <a:schemeClr val="accent1">
                        <a:alpha val="70000"/>
                      </a:schemeClr>
                    </a:gs>
                  </a:gsLst>
                  <a:lin ang="0" scaled="1"/>
                  <a:tileRect/>
                </a:gradFill>
              </a:rPr>
              <a:t>Click to edit Master title style</a:t>
            </a:r>
            <a:endParaRPr lang="en-US" sz="4400" dirty="0">
              <a:gradFill flip="none" rotWithShape="1">
                <a:gsLst>
                  <a:gs pos="0">
                    <a:schemeClr val="accent5">
                      <a:alpha val="70000"/>
                    </a:schemeClr>
                  </a:gs>
                  <a:gs pos="100000">
                    <a:schemeClr val="accent1">
                      <a:alpha val="70000"/>
                    </a:schemeClr>
                  </a:gs>
                </a:gsLst>
                <a:lin ang="0" scaled="1"/>
                <a:tileRect/>
              </a:gra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0FF04F9-E792-4C19-9FD5-44800CEB2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6085" y="914400"/>
            <a:ext cx="4377714" cy="2827422"/>
          </a:xfrm>
        </p:spPr>
        <p:txBody>
          <a:bodyPr anchor="t">
            <a:normAutofit/>
          </a:bodyPr>
          <a:lstStyle>
            <a:lvl1pPr marL="0" indent="0">
              <a:buNone/>
              <a:defRPr sz="2800"/>
            </a:lvl1pPr>
          </a:lstStyle>
          <a:p>
            <a:pPr marL="228600" lvl="0" indent="-228600"/>
            <a:r>
              <a:rPr lang="en-US" sz="1800">
                <a:solidFill>
                  <a:schemeClr val="tx2">
                    <a:alpha val="60000"/>
                  </a:schemeClr>
                </a:solidFill>
              </a:rPr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F2F9DF6-DFB9-44A8-B629-57F58893AD2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0538" y="4059936"/>
            <a:ext cx="2807208" cy="232257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927BC207-43FE-4B6A-AEBE-875B69CF97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91840" y="4059936"/>
            <a:ext cx="2807208" cy="232257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BBF5499-9A70-4846-B98E-316EC17F9FC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9048" y="4059936"/>
            <a:ext cx="2807208" cy="232257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C7A79F30-D473-48F6-9AC2-286C7B70F3E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06256" y="4059936"/>
            <a:ext cx="2807208" cy="232257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8B9F00-8450-475B-B155-993BAF21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FDDA3-8E6F-42F7-BFBE-7FA9C647C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8E678-81B8-4356-9624-A0B99953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914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B910AFBC-7932-43F4-ABEA-C89B26986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857251"/>
            <a:ext cx="5914937" cy="2076450"/>
          </a:xfrm>
        </p:spPr>
        <p:txBody>
          <a:bodyPr anchor="b">
            <a:normAutofit/>
          </a:bodyPr>
          <a:lstStyle/>
          <a:p>
            <a:r>
              <a:rPr lang="en-US" sz="4400">
                <a:gradFill flip="none" rotWithShape="1">
                  <a:gsLst>
                    <a:gs pos="0">
                      <a:schemeClr val="accent5">
                        <a:alpha val="70000"/>
                      </a:schemeClr>
                    </a:gs>
                    <a:gs pos="100000">
                      <a:schemeClr val="accent1">
                        <a:alpha val="70000"/>
                      </a:schemeClr>
                    </a:gs>
                  </a:gsLst>
                  <a:lin ang="0" scaled="1"/>
                  <a:tileRect/>
                </a:gradFill>
              </a:rPr>
              <a:t>Click to edit Master title style</a:t>
            </a:r>
            <a:endParaRPr lang="en-US" sz="4400" dirty="0">
              <a:gradFill flip="none" rotWithShape="1">
                <a:gsLst>
                  <a:gs pos="0">
                    <a:schemeClr val="accent5">
                      <a:alpha val="70000"/>
                    </a:schemeClr>
                  </a:gs>
                  <a:gs pos="100000">
                    <a:schemeClr val="accent1">
                      <a:alpha val="70000"/>
                    </a:schemeClr>
                  </a:gs>
                </a:gsLst>
                <a:lin ang="0" scaled="1"/>
                <a:tileRect/>
              </a:gradFill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178A42D-5ED2-4AB6-BE4B-410907432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190875"/>
            <a:ext cx="5914938" cy="298608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marL="228600" lvl="0" indent="-228600"/>
            <a:r>
              <a:rPr lang="en-US" sz="1800">
                <a:solidFill>
                  <a:schemeClr val="tx2">
                    <a:alpha val="60000"/>
                  </a:schemeClr>
                </a:solidFill>
              </a:rPr>
              <a:t>Click to edit Master text styles</a:t>
            </a:r>
          </a:p>
        </p:txBody>
      </p:sp>
      <p:sp>
        <p:nvSpPr>
          <p:cNvPr id="29" name="Date Placeholder 1">
            <a:extLst>
              <a:ext uri="{FF2B5EF4-FFF2-40B4-BE49-F238E27FC236}">
                <a16:creationId xmlns:a16="http://schemas.microsoft.com/office/drawing/2014/main" id="{4D9A7D07-2BA3-438D-972B-EA578370D5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29375"/>
            <a:ext cx="2743200" cy="365125"/>
          </a:xfrm>
        </p:spPr>
        <p:txBody>
          <a:bodyPr/>
          <a:lstStyle>
            <a:lvl1pPr>
              <a:defRPr>
                <a:solidFill>
                  <a:schemeClr val="tx2">
                    <a:alpha val="60000"/>
                  </a:schemeClr>
                </a:solidFill>
              </a:defRPr>
            </a:lvl1pPr>
          </a:lstStyle>
          <a:p>
            <a:r>
              <a:rPr lang="en-US"/>
              <a:t>3/1/20XX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C8720583-BC84-48EB-85BC-AE71214A30A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0" y="0"/>
            <a:ext cx="4599432" cy="2286000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C3F0A5CD-C47A-4CDF-BE99-75F3A81B18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589520" y="2286000"/>
            <a:ext cx="4599432" cy="2286000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7329454B-9275-4E86-B32E-91C0DB62AA7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89520" y="4572000"/>
            <a:ext cx="4599432" cy="2286000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Footer Placeholder 2">
            <a:extLst>
              <a:ext uri="{FF2B5EF4-FFF2-40B4-BE49-F238E27FC236}">
                <a16:creationId xmlns:a16="http://schemas.microsoft.com/office/drawing/2014/main" id="{21E9E1BF-D594-4F96-8DBE-5A8DD51D3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29375"/>
            <a:ext cx="4114800" cy="365125"/>
          </a:xfrm>
        </p:spPr>
        <p:txBody>
          <a:bodyPr/>
          <a:lstStyle>
            <a:lvl1pPr algn="l">
              <a:defRPr>
                <a:solidFill>
                  <a:schemeClr val="tx2">
                    <a:alpha val="60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1" name="Slide Number Placeholder 3">
            <a:extLst>
              <a:ext uri="{FF2B5EF4-FFF2-40B4-BE49-F238E27FC236}">
                <a16:creationId xmlns:a16="http://schemas.microsoft.com/office/drawing/2014/main" id="{C30FDEF8-F3F3-42D5-9EE1-EDDF18B35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9375"/>
            <a:ext cx="2743200" cy="365125"/>
          </a:xfrm>
        </p:spPr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792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BE04ED02-B678-4D1E-BEDA-7E28F9038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77" y="9278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E2C5A2-B8B2-47C5-8E1B-3A97E2C9B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325" y="9278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FD8455-A2E1-40B3-B6C4-36070AF58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0"/>
            <a:ext cx="12188952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alpha val="60000"/>
                </a:schemeClr>
              </a:gs>
              <a:gs pos="100000">
                <a:schemeClr val="accent1">
                  <a:alpha val="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Freeform: Shape 7">
            <a:extLst>
              <a:ext uri="{FF2B5EF4-FFF2-40B4-BE49-F238E27FC236}">
                <a16:creationId xmlns:a16="http://schemas.microsoft.com/office/drawing/2014/main" id="{0F53BE70-C6B1-407C-9333-7251BDC77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186" y="9279"/>
            <a:ext cx="5770017" cy="2411171"/>
          </a:xfrm>
          <a:custGeom>
            <a:avLst/>
            <a:gdLst>
              <a:gd name="connsiteX0" fmla="*/ 0 w 5770017"/>
              <a:gd name="connsiteY0" fmla="*/ 0 h 2411171"/>
              <a:gd name="connsiteX1" fmla="*/ 5770017 w 5770017"/>
              <a:gd name="connsiteY1" fmla="*/ 0 h 2411171"/>
              <a:gd name="connsiteX2" fmla="*/ 5715824 w 5770017"/>
              <a:gd name="connsiteY2" fmla="*/ 124746 h 2411171"/>
              <a:gd name="connsiteX3" fmla="*/ 4925072 w 5770017"/>
              <a:gd name="connsiteY3" fmla="*/ 1254414 h 2411171"/>
              <a:gd name="connsiteX4" fmla="*/ 125602 w 5770017"/>
              <a:gd name="connsiteY4" fmla="*/ 1864423 h 2411171"/>
              <a:gd name="connsiteX5" fmla="*/ 0 w 5770017"/>
              <a:gd name="connsiteY5" fmla="*/ 1785927 h 2411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70017" h="2411171">
                <a:moveTo>
                  <a:pt x="0" y="0"/>
                </a:moveTo>
                <a:lnTo>
                  <a:pt x="5770017" y="0"/>
                </a:lnTo>
                <a:lnTo>
                  <a:pt x="5715824" y="124746"/>
                </a:lnTo>
                <a:cubicBezTo>
                  <a:pt x="5526044" y="533784"/>
                  <a:pt x="5262460" y="917027"/>
                  <a:pt x="4925072" y="1254414"/>
                </a:cubicBezTo>
                <a:cubicBezTo>
                  <a:pt x="3623720" y="2555767"/>
                  <a:pt x="1640148" y="2759102"/>
                  <a:pt x="125602" y="1864423"/>
                </a:cubicBezTo>
                <a:lnTo>
                  <a:pt x="0" y="1785927"/>
                </a:ln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1">
                  <a:alpha val="20000"/>
                </a:schemeClr>
              </a:gs>
            </a:gsLst>
            <a:lin ang="2700000" scaled="1"/>
          </a:gradFill>
          <a:ln>
            <a:noFill/>
          </a:ln>
          <a:effectLst>
            <a:softEdge rad="520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05864DDE-75C0-4BE6-93FF-A960706AD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0"/>
            <a:ext cx="12188952" cy="6858000"/>
          </a:xfrm>
          <a:prstGeom prst="frame">
            <a:avLst>
              <a:gd name="adj1" fmla="val 716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BC3FA0F-EAE5-4DCE-ACFF-9AD00ED39F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7477" y="1131641"/>
            <a:ext cx="5322618" cy="2387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>
                <a:solidFill>
                  <a:srgbClr val="FFFFFF"/>
                </a:solidFill>
                <a:ea typeface="Cambria" panose="02040503050406030204" pitchFamily="18" charset="0"/>
                <a:cs typeface="Sabon Next LT" panose="020B0502040204020203" pitchFamily="2" charset="0"/>
              </a:rPr>
              <a:t>Click to edit Master title style</a:t>
            </a:r>
            <a:endParaRPr lang="en-US" dirty="0">
              <a:solidFill>
                <a:srgbClr val="FFFFFF"/>
              </a:solidFill>
              <a:ea typeface="Cambria" panose="02040503050406030204" pitchFamily="18" charset="0"/>
              <a:cs typeface="Sabon Next LT" panose="020B0502040204020203" pitchFamily="2" charset="0"/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71FA5E0E-BEE1-4976-92B1-61EF64E343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84848" y="905256"/>
            <a:ext cx="4581144" cy="2450592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7">
            <a:extLst>
              <a:ext uri="{FF2B5EF4-FFF2-40B4-BE49-F238E27FC236}">
                <a16:creationId xmlns:a16="http://schemas.microsoft.com/office/drawing/2014/main" id="{03379FE8-A6CE-4F5A-BE1A-B2267589BE8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84848" y="3520440"/>
            <a:ext cx="4581144" cy="2450592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D090CA-24E8-46A7-889A-A4FDD00A33E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600450"/>
            <a:ext cx="5322888" cy="2451100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50935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able Chart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98991-AEF1-4F19-AAB8-436EAD58C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5B44F-E7DA-40C6-8B44-71EAB6BDF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71817-A045-48C0-975B-CBEF88E95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39F0-32D4-407C-8BCA-97F2D9E50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F4459-37B2-4F87-B508-DB04D433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859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03B5BF0-238D-481F-A15B-206D1E2FE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7578E43B-8F1B-4CBD-B09E-5AD9A247E3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8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737C17C2-E2A6-4219-AE02-C8EAF943C4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89" y="0"/>
            <a:ext cx="12188952" cy="6858000"/>
          </a:xfrm>
          <a:prstGeom prst="frame">
            <a:avLst>
              <a:gd name="adj1" fmla="val 7164"/>
            </a:avLst>
          </a:prstGeom>
          <a:gradFill flip="none" rotWithShape="1">
            <a:gsLst>
              <a:gs pos="0">
                <a:schemeClr val="accent2">
                  <a:alpha val="4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AE7BC3CE-3806-41F3-B4F6-EBB2C3E9EA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" y="484632"/>
            <a:ext cx="12179808" cy="5907024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DC036CF-E92D-4E80-8E6B-1B06EDDFD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1016"/>
            <a:ext cx="4800600" cy="3749040"/>
          </a:xfrm>
        </p:spPr>
        <p:txBody>
          <a:bodyPr anchor="b" anchorCtr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BADCFE1B-ABA2-4B11-B7DE-02CE383D6F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4835779"/>
            <a:ext cx="4800600" cy="1066800"/>
          </a:xfrm>
        </p:spPr>
        <p:txBody>
          <a:bodyPr>
            <a:normAutofit/>
          </a:bodyPr>
          <a:lstStyle>
            <a:lvl1pPr marL="228600" indent="0">
              <a:buNone/>
              <a:defRPr sz="2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8B9F00-8450-475B-B155-993BAF21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FDDA3-8E6F-42F7-BFBE-7FA9C647C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8E678-81B8-4356-9624-A0B99953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05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2DD4C-BFBC-4087-B94C-4DD0690E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B84B862-7F1F-4B98-B437-936D8A73A9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664" y="2240280"/>
            <a:ext cx="2286000" cy="232257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C76B23B2-3605-4292-9F96-F34651B689A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38728" y="2240280"/>
            <a:ext cx="2286000" cy="232257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AB1E9EC3-2FB6-4E1C-8211-306450FDEE7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45936" y="2267712"/>
            <a:ext cx="2286000" cy="232257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F3628146-045F-4FBC-A365-3D1D4B3DA6E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153144" y="2267712"/>
            <a:ext cx="2286000" cy="232257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B50972B-CA23-4B92-987F-EE48ECCFF5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1363" y="4733925"/>
            <a:ext cx="2286000" cy="590550"/>
          </a:xfrm>
        </p:spPr>
        <p:txBody>
          <a:bodyPr>
            <a:normAutofit/>
          </a:bodyPr>
          <a:lstStyle>
            <a:lvl1pPr marL="0" indent="0" defTabSz="0">
              <a:spcBef>
                <a:spcPts val="0"/>
              </a:spcBef>
              <a:buNone/>
              <a:defRPr sz="2000">
                <a:latin typeface="+mj-lt"/>
              </a:defRPr>
            </a:lvl1pPr>
            <a:lvl2pPr marL="571500" indent="0">
              <a:buNone/>
              <a:defRPr/>
            </a:lvl2pPr>
            <a:lvl3pPr marL="1028700" indent="0">
              <a:buNone/>
              <a:defRPr/>
            </a:lvl3pPr>
            <a:lvl4pPr marL="1428750" indent="0">
              <a:buNone/>
              <a:defRPr/>
            </a:lvl4pPr>
            <a:lvl5pPr marL="188595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9">
            <a:extLst>
              <a:ext uri="{FF2B5EF4-FFF2-40B4-BE49-F238E27FC236}">
                <a16:creationId xmlns:a16="http://schemas.microsoft.com/office/drawing/2014/main" id="{8DE19225-DA72-4A39-8CFD-695BFBB93E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0664" y="5343144"/>
            <a:ext cx="2286000" cy="590550"/>
          </a:xfrm>
        </p:spPr>
        <p:txBody>
          <a:bodyPr>
            <a:normAutofit/>
          </a:bodyPr>
          <a:lstStyle>
            <a:lvl1pPr marL="0" indent="0" defTabSz="0">
              <a:spcBef>
                <a:spcPts val="0"/>
              </a:spcBef>
              <a:buNone/>
              <a:defRPr sz="1600"/>
            </a:lvl1pPr>
            <a:lvl2pPr marL="571500" indent="0">
              <a:buNone/>
              <a:defRPr/>
            </a:lvl2pPr>
            <a:lvl3pPr marL="1028700" indent="0">
              <a:buNone/>
              <a:defRPr/>
            </a:lvl3pPr>
            <a:lvl4pPr marL="1428750" indent="0">
              <a:buNone/>
              <a:defRPr/>
            </a:lvl4pPr>
            <a:lvl5pPr marL="1885950" indent="0">
              <a:buNone/>
              <a:defRPr/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4" name="Text Placeholder 19">
            <a:extLst>
              <a:ext uri="{FF2B5EF4-FFF2-40B4-BE49-F238E27FC236}">
                <a16:creationId xmlns:a16="http://schemas.microsoft.com/office/drawing/2014/main" id="{E66A7C97-DBB6-4333-B12F-E26C38E697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38728" y="4733925"/>
            <a:ext cx="2286000" cy="590550"/>
          </a:xfrm>
        </p:spPr>
        <p:txBody>
          <a:bodyPr>
            <a:normAutofit/>
          </a:bodyPr>
          <a:lstStyle>
            <a:lvl1pPr marL="0" indent="0" defTabSz="0">
              <a:spcBef>
                <a:spcPts val="0"/>
              </a:spcBef>
              <a:buNone/>
              <a:defRPr sz="2000">
                <a:latin typeface="+mj-lt"/>
              </a:defRPr>
            </a:lvl1pPr>
            <a:lvl2pPr marL="571500" indent="0">
              <a:buNone/>
              <a:defRPr/>
            </a:lvl2pPr>
            <a:lvl3pPr marL="1028700" indent="0">
              <a:buNone/>
              <a:defRPr/>
            </a:lvl3pPr>
            <a:lvl4pPr marL="1428750" indent="0">
              <a:buNone/>
              <a:defRPr/>
            </a:lvl4pPr>
            <a:lvl5pPr marL="188595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041FA0B5-660E-478A-AF8A-196DBD6AE43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38029" y="5343144"/>
            <a:ext cx="2286000" cy="590550"/>
          </a:xfrm>
        </p:spPr>
        <p:txBody>
          <a:bodyPr>
            <a:normAutofit/>
          </a:bodyPr>
          <a:lstStyle>
            <a:lvl1pPr marL="0" indent="0" defTabSz="0">
              <a:spcBef>
                <a:spcPts val="0"/>
              </a:spcBef>
              <a:buNone/>
              <a:defRPr sz="1600"/>
            </a:lvl1pPr>
            <a:lvl2pPr marL="571500" indent="0">
              <a:buNone/>
              <a:defRPr/>
            </a:lvl2pPr>
            <a:lvl3pPr marL="1028700" indent="0">
              <a:buNone/>
              <a:defRPr/>
            </a:lvl3pPr>
            <a:lvl4pPr marL="1428750" indent="0">
              <a:buNone/>
              <a:defRPr/>
            </a:lvl4pPr>
            <a:lvl5pPr marL="1885950" indent="0">
              <a:buNone/>
              <a:defRPr/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77C92085-3D01-44E4-BA12-E39F1EA0ACE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67973" y="4733544"/>
            <a:ext cx="2286000" cy="590550"/>
          </a:xfrm>
        </p:spPr>
        <p:txBody>
          <a:bodyPr>
            <a:normAutofit/>
          </a:bodyPr>
          <a:lstStyle>
            <a:lvl1pPr marL="0" indent="0" defTabSz="0">
              <a:spcBef>
                <a:spcPts val="0"/>
              </a:spcBef>
              <a:buNone/>
              <a:defRPr sz="2000">
                <a:latin typeface="+mj-lt"/>
              </a:defRPr>
            </a:lvl1pPr>
            <a:lvl2pPr marL="571500" indent="0">
              <a:buNone/>
              <a:defRPr/>
            </a:lvl2pPr>
            <a:lvl3pPr marL="1028700" indent="0">
              <a:buNone/>
              <a:defRPr/>
            </a:lvl3pPr>
            <a:lvl4pPr marL="1428750" indent="0">
              <a:buNone/>
              <a:defRPr/>
            </a:lvl4pPr>
            <a:lvl5pPr marL="188595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7" name="Text Placeholder 19">
            <a:extLst>
              <a:ext uri="{FF2B5EF4-FFF2-40B4-BE49-F238E27FC236}">
                <a16:creationId xmlns:a16="http://schemas.microsoft.com/office/drawing/2014/main" id="{35DA97BC-7224-440A-A227-8F4A1018043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67274" y="5342763"/>
            <a:ext cx="2286000" cy="590550"/>
          </a:xfrm>
        </p:spPr>
        <p:txBody>
          <a:bodyPr>
            <a:normAutofit/>
          </a:bodyPr>
          <a:lstStyle>
            <a:lvl1pPr marL="0" indent="0" defTabSz="0">
              <a:spcBef>
                <a:spcPts val="0"/>
              </a:spcBef>
              <a:buNone/>
              <a:defRPr sz="1600"/>
            </a:lvl1pPr>
            <a:lvl2pPr marL="571500" indent="0">
              <a:buNone/>
              <a:defRPr/>
            </a:lvl2pPr>
            <a:lvl3pPr marL="1028700" indent="0">
              <a:buNone/>
              <a:defRPr/>
            </a:lvl3pPr>
            <a:lvl4pPr marL="1428750" indent="0">
              <a:buNone/>
              <a:defRPr/>
            </a:lvl4pPr>
            <a:lvl5pPr marL="1885950" indent="0">
              <a:buNone/>
              <a:defRPr/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8" name="Text Placeholder 19">
            <a:extLst>
              <a:ext uri="{FF2B5EF4-FFF2-40B4-BE49-F238E27FC236}">
                <a16:creationId xmlns:a16="http://schemas.microsoft.com/office/drawing/2014/main" id="{C236524B-4724-42FA-A2B2-33566478FD4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64639" y="4737100"/>
            <a:ext cx="2286000" cy="590550"/>
          </a:xfrm>
        </p:spPr>
        <p:txBody>
          <a:bodyPr>
            <a:normAutofit/>
          </a:bodyPr>
          <a:lstStyle>
            <a:lvl1pPr marL="0" indent="0" defTabSz="0">
              <a:spcBef>
                <a:spcPts val="0"/>
              </a:spcBef>
              <a:buNone/>
              <a:defRPr sz="2000">
                <a:latin typeface="+mj-lt"/>
              </a:defRPr>
            </a:lvl1pPr>
            <a:lvl2pPr marL="571500" indent="0">
              <a:buNone/>
              <a:defRPr/>
            </a:lvl2pPr>
            <a:lvl3pPr marL="1028700" indent="0">
              <a:buNone/>
              <a:defRPr/>
            </a:lvl3pPr>
            <a:lvl4pPr marL="1428750" indent="0">
              <a:buNone/>
              <a:defRPr/>
            </a:lvl4pPr>
            <a:lvl5pPr marL="188595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9">
            <a:extLst>
              <a:ext uri="{FF2B5EF4-FFF2-40B4-BE49-F238E27FC236}">
                <a16:creationId xmlns:a16="http://schemas.microsoft.com/office/drawing/2014/main" id="{5F7DE4ED-8F4D-465C-86B4-2372AE291F5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63940" y="5346319"/>
            <a:ext cx="2286000" cy="590550"/>
          </a:xfrm>
        </p:spPr>
        <p:txBody>
          <a:bodyPr>
            <a:normAutofit/>
          </a:bodyPr>
          <a:lstStyle>
            <a:lvl1pPr marL="0" indent="0" defTabSz="0">
              <a:spcBef>
                <a:spcPts val="0"/>
              </a:spcBef>
              <a:buNone/>
              <a:defRPr sz="1600"/>
            </a:lvl1pPr>
            <a:lvl2pPr marL="571500" indent="0">
              <a:buNone/>
              <a:defRPr/>
            </a:lvl2pPr>
            <a:lvl3pPr marL="1028700" indent="0">
              <a:buNone/>
              <a:defRPr/>
            </a:lvl3pPr>
            <a:lvl4pPr marL="1428750" indent="0">
              <a:buNone/>
              <a:defRPr/>
            </a:lvl4pPr>
            <a:lvl5pPr marL="1885950" indent="0">
              <a:buNone/>
              <a:defRPr/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B9D434-8228-4C7F-B520-14121EBC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B89BD-A70A-48D2-A3D9-DB2C0DB12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CF4EF-5A2A-4A47-81DF-80CB51306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455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 (comparison sl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FF5CA-4662-4430-80C7-99CD7D66C9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60320"/>
            <a:ext cx="5157787" cy="3446463"/>
          </a:xfrm>
          <a:solidFill>
            <a:schemeClr val="bg1"/>
          </a:solidFill>
        </p:spPr>
        <p:txBody>
          <a:bodyPr>
            <a:normAutofit/>
          </a:bodyPr>
          <a:lstStyle>
            <a:lvl1pPr>
              <a:buClr>
                <a:schemeClr val="tx2">
                  <a:lumMod val="50000"/>
                  <a:lumOff val="50000"/>
                </a:schemeClr>
              </a:buClr>
              <a:defRPr sz="1800"/>
            </a:lvl1pPr>
            <a:lvl2pPr>
              <a:buClr>
                <a:schemeClr val="tx2">
                  <a:lumMod val="50000"/>
                  <a:lumOff val="50000"/>
                </a:schemeClr>
              </a:buClr>
              <a:defRPr sz="1800"/>
            </a:lvl2pPr>
            <a:lvl3pPr>
              <a:buClr>
                <a:schemeClr val="tx2">
                  <a:lumMod val="50000"/>
                  <a:lumOff val="50000"/>
                </a:schemeClr>
              </a:buClr>
              <a:defRPr sz="1800"/>
            </a:lvl3pPr>
            <a:lvl4pPr>
              <a:buClr>
                <a:schemeClr val="tx2">
                  <a:lumMod val="50000"/>
                  <a:lumOff val="50000"/>
                </a:schemeClr>
              </a:buClr>
              <a:defRPr sz="1800"/>
            </a:lvl4pPr>
            <a:lvl5pPr>
              <a:buClr>
                <a:schemeClr val="tx2">
                  <a:lumMod val="50000"/>
                  <a:lumOff val="50000"/>
                </a:schemeClr>
              </a:buCl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F7633C-C24D-4947-979C-132B3AC40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60320"/>
            <a:ext cx="5183188" cy="3446463"/>
          </a:xfrm>
        </p:spPr>
        <p:txBody>
          <a:bodyPr>
            <a:normAutofit/>
          </a:bodyPr>
          <a:lstStyle>
            <a:lvl1pPr>
              <a:buClr>
                <a:schemeClr val="tx2">
                  <a:lumMod val="50000"/>
                  <a:lumOff val="50000"/>
                </a:schemeClr>
              </a:buClr>
              <a:defRPr sz="1800"/>
            </a:lvl1pPr>
            <a:lvl2pPr>
              <a:buClr>
                <a:schemeClr val="tx2">
                  <a:lumMod val="50000"/>
                  <a:lumOff val="50000"/>
                </a:schemeClr>
              </a:buClr>
              <a:defRPr sz="1800"/>
            </a:lvl2pPr>
            <a:lvl3pPr>
              <a:buClr>
                <a:schemeClr val="tx2">
                  <a:lumMod val="50000"/>
                  <a:lumOff val="50000"/>
                </a:schemeClr>
              </a:buClr>
              <a:defRPr sz="1800"/>
            </a:lvl3pPr>
            <a:lvl4pPr>
              <a:buClr>
                <a:schemeClr val="tx2">
                  <a:lumMod val="50000"/>
                  <a:lumOff val="50000"/>
                </a:schemeClr>
              </a:buClr>
              <a:defRPr sz="1800"/>
            </a:lvl4pPr>
            <a:lvl5pPr>
              <a:buClr>
                <a:schemeClr val="tx2">
                  <a:lumMod val="50000"/>
                  <a:lumOff val="50000"/>
                </a:schemeClr>
              </a:buCl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8A46E1-3934-4807-900F-CA7A4D8D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9C6EA-1549-4601-8226-E5C43469C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658246-003D-4024-9F4B-BA3BD3FBF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51C83D0-CBAB-4E41-89AB-89FF36D38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C302BB0-D231-4195-8083-264C01DF99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7" y="2011680"/>
            <a:ext cx="5157787" cy="530352"/>
          </a:xfrm>
        </p:spPr>
        <p:txBody>
          <a:bodyPr anchor="t" anchorCtr="0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B2A70FA-99E0-466C-AC57-33C48353BB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69027" y="2011680"/>
            <a:ext cx="5183187" cy="530352"/>
          </a:xfrm>
        </p:spPr>
        <p:txBody>
          <a:bodyPr anchor="t" anchorCtr="0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45747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C85CC-8D2B-4219-A2A4-1625A02D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10515600" cy="1325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143C8-1CF7-440E-99A3-052731459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11680"/>
            <a:ext cx="3383280" cy="530352"/>
          </a:xfrm>
        </p:spPr>
        <p:txBody>
          <a:bodyPr anchor="t" anchorCtr="0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FF5CA-4662-4430-80C7-99CD7D66C9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60320"/>
            <a:ext cx="3383280" cy="3446463"/>
          </a:xfrm>
        </p:spPr>
        <p:txBody>
          <a:bodyPr>
            <a:normAutofit/>
          </a:bodyPr>
          <a:lstStyle>
            <a:lvl1pPr>
              <a:buClr>
                <a:schemeClr val="tx2">
                  <a:lumMod val="50000"/>
                  <a:lumOff val="50000"/>
                </a:schemeClr>
              </a:buClr>
              <a:defRPr sz="1400"/>
            </a:lvl1pPr>
            <a:lvl2pPr>
              <a:buClr>
                <a:schemeClr val="tx2">
                  <a:lumMod val="50000"/>
                  <a:lumOff val="50000"/>
                </a:schemeClr>
              </a:buClr>
              <a:defRPr sz="1400"/>
            </a:lvl2pPr>
            <a:lvl3pPr>
              <a:buClr>
                <a:schemeClr val="tx2">
                  <a:lumMod val="50000"/>
                  <a:lumOff val="50000"/>
                </a:schemeClr>
              </a:buClr>
              <a:defRPr sz="1400"/>
            </a:lvl3pPr>
            <a:lvl4pPr>
              <a:buClr>
                <a:schemeClr val="tx2">
                  <a:lumMod val="50000"/>
                  <a:lumOff val="50000"/>
                </a:schemeClr>
              </a:buClr>
              <a:defRPr sz="1400"/>
            </a:lvl4pPr>
            <a:lvl5pPr>
              <a:buClr>
                <a:schemeClr val="tx2">
                  <a:lumMod val="50000"/>
                  <a:lumOff val="50000"/>
                </a:schemeClr>
              </a:buCl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6CB5B7-DC23-41CE-872B-E25BD64F84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04360" y="2011680"/>
            <a:ext cx="3383280" cy="530352"/>
          </a:xfrm>
        </p:spPr>
        <p:txBody>
          <a:bodyPr anchor="t" anchorCtr="0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F7633C-C24D-4947-979C-132B3AC40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04360" y="2560320"/>
            <a:ext cx="3383280" cy="3446463"/>
          </a:xfrm>
        </p:spPr>
        <p:txBody>
          <a:bodyPr>
            <a:normAutofit/>
          </a:bodyPr>
          <a:lstStyle>
            <a:lvl1pPr>
              <a:buClr>
                <a:schemeClr val="tx2">
                  <a:lumMod val="50000"/>
                  <a:lumOff val="50000"/>
                </a:schemeClr>
              </a:buClr>
              <a:defRPr sz="1400"/>
            </a:lvl1pPr>
            <a:lvl2pPr>
              <a:buClr>
                <a:schemeClr val="tx2">
                  <a:lumMod val="50000"/>
                  <a:lumOff val="50000"/>
                </a:schemeClr>
              </a:buClr>
              <a:defRPr sz="1400"/>
            </a:lvl2pPr>
            <a:lvl3pPr>
              <a:buClr>
                <a:schemeClr val="tx2">
                  <a:lumMod val="50000"/>
                  <a:lumOff val="50000"/>
                </a:schemeClr>
              </a:buClr>
              <a:defRPr sz="1400"/>
            </a:lvl3pPr>
            <a:lvl4pPr>
              <a:buClr>
                <a:schemeClr val="tx2">
                  <a:lumMod val="50000"/>
                  <a:lumOff val="50000"/>
                </a:schemeClr>
              </a:buClr>
              <a:defRPr sz="1400"/>
            </a:lvl4pPr>
            <a:lvl5pPr>
              <a:buClr>
                <a:schemeClr val="tx2">
                  <a:lumMod val="50000"/>
                  <a:lumOff val="50000"/>
                </a:schemeClr>
              </a:buCl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422881CE-A366-4A3A-AE00-9B14BEFE4A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68934" y="2011680"/>
            <a:ext cx="3383280" cy="530352"/>
          </a:xfrm>
        </p:spPr>
        <p:txBody>
          <a:bodyPr anchor="t" anchorCtr="0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3CF16E98-73C9-47B5-B88B-9120BEB9F09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68934" y="2560320"/>
            <a:ext cx="3383280" cy="3446463"/>
          </a:xfrm>
        </p:spPr>
        <p:txBody>
          <a:bodyPr>
            <a:normAutofit/>
          </a:bodyPr>
          <a:lstStyle>
            <a:lvl1pPr>
              <a:buClr>
                <a:schemeClr val="tx2">
                  <a:lumMod val="50000"/>
                  <a:lumOff val="50000"/>
                </a:schemeClr>
              </a:buClr>
              <a:defRPr sz="1400"/>
            </a:lvl1pPr>
            <a:lvl2pPr>
              <a:buClr>
                <a:schemeClr val="tx2">
                  <a:lumMod val="50000"/>
                  <a:lumOff val="50000"/>
                </a:schemeClr>
              </a:buClr>
              <a:defRPr sz="1400"/>
            </a:lvl2pPr>
            <a:lvl3pPr>
              <a:buClr>
                <a:schemeClr val="tx2">
                  <a:lumMod val="50000"/>
                  <a:lumOff val="50000"/>
                </a:schemeClr>
              </a:buClr>
              <a:defRPr sz="1400"/>
            </a:lvl3pPr>
            <a:lvl4pPr>
              <a:buClr>
                <a:schemeClr val="tx2">
                  <a:lumMod val="50000"/>
                  <a:lumOff val="50000"/>
                </a:schemeClr>
              </a:buClr>
              <a:defRPr sz="1400"/>
            </a:lvl4pPr>
            <a:lvl5pPr>
              <a:buClr>
                <a:schemeClr val="tx2">
                  <a:lumMod val="50000"/>
                  <a:lumOff val="50000"/>
                </a:schemeClr>
              </a:buCl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8A46E1-3934-4807-900F-CA7A4D8D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9C6EA-1549-4601-8226-E5C43469C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658246-003D-4024-9F4B-BA3BD3FBF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878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8B9F00-8450-475B-B155-993BAF21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FDDA3-8E6F-42F7-BFBE-7FA9C647C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8E678-81B8-4356-9624-A0B99953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73294AE-7408-47DB-898D-41F8C069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57251"/>
            <a:ext cx="6156051" cy="2076450"/>
          </a:xfrm>
        </p:spPr>
        <p:txBody>
          <a:bodyPr anchor="b">
            <a:normAutofit/>
          </a:bodyPr>
          <a:lstStyle/>
          <a:p>
            <a:r>
              <a:rPr lang="en-US" sz="4400">
                <a:gradFill flip="none" rotWithShape="1">
                  <a:gsLst>
                    <a:gs pos="0">
                      <a:schemeClr val="accent5">
                        <a:alpha val="70000"/>
                      </a:schemeClr>
                    </a:gs>
                    <a:gs pos="100000">
                      <a:schemeClr val="accent1">
                        <a:alpha val="70000"/>
                      </a:schemeClr>
                    </a:gs>
                  </a:gsLst>
                  <a:lin ang="0" scaled="1"/>
                  <a:tileRect/>
                </a:gradFill>
              </a:rPr>
              <a:t>Click to edit Master title style</a:t>
            </a:r>
            <a:endParaRPr lang="en-US" sz="4400" dirty="0">
              <a:gradFill flip="none" rotWithShape="1">
                <a:gsLst>
                  <a:gs pos="0">
                    <a:schemeClr val="accent5">
                      <a:alpha val="70000"/>
                    </a:schemeClr>
                  </a:gs>
                  <a:gs pos="100000">
                    <a:schemeClr val="accent1">
                      <a:alpha val="70000"/>
                    </a:schemeClr>
                  </a:gs>
                </a:gsLst>
                <a:lin ang="0" scaled="1"/>
                <a:tileRect/>
              </a:gra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73052A-4118-4E04-81F8-A44EC172F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7" y="3190875"/>
            <a:ext cx="6156052" cy="2986087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</a:lstStyle>
          <a:p>
            <a:pPr marL="228600" lvl="0" indent="-228600"/>
            <a:r>
              <a:rPr lang="en-US" sz="2000">
                <a:solidFill>
                  <a:schemeClr val="tx2">
                    <a:alpha val="60000"/>
                  </a:schemeClr>
                </a:solidFill>
              </a:rPr>
              <a:t>Click to edit Master text styles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988D1E1-6064-4D6A-9EB1-578E20A2A0ED}"/>
              </a:ext>
            </a:extLst>
          </p:cNvPr>
          <p:cNvSpPr txBox="1">
            <a:spLocks/>
          </p:cNvSpPr>
          <p:nvPr userDrawn="1"/>
        </p:nvSpPr>
        <p:spPr>
          <a:xfrm>
            <a:off x="841248" y="6429375"/>
            <a:ext cx="26467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 cap="all" spc="15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AB23B9F-B223-42FC-B961-B8BFC75D2259}" type="datetime1">
              <a:rPr lang="en-US" smtClean="0">
                <a:solidFill>
                  <a:schemeClr val="tx2">
                    <a:alpha val="60000"/>
                  </a:schemeClr>
                </a:solidFill>
              </a:rPr>
              <a:pPr/>
              <a:t>12/19/2025</a:t>
            </a:fld>
            <a:endParaRPr lang="en-US" dirty="0">
              <a:solidFill>
                <a:schemeClr val="tx2">
                  <a:alpha val="60000"/>
                </a:schemeClr>
              </a:solidFill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D47C5CB-0317-4DC6-A76F-38A5BB1FD1C2}"/>
              </a:ext>
            </a:extLst>
          </p:cNvPr>
          <p:cNvSpPr txBox="1">
            <a:spLocks/>
          </p:cNvSpPr>
          <p:nvPr userDrawn="1"/>
        </p:nvSpPr>
        <p:spPr>
          <a:xfrm>
            <a:off x="4044696" y="64293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 cap="all" spc="15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tx2">
                    <a:alpha val="60000"/>
                  </a:schemeClr>
                </a:solidFill>
              </a:rPr>
              <a:t>Sample footer text</a:t>
            </a:r>
            <a:endParaRPr lang="en-US" dirty="0">
              <a:solidFill>
                <a:schemeClr val="tx2">
                  <a:alpha val="60000"/>
                </a:schemeClr>
              </a:solidFill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CCF6E15-0BE7-453B-BBD4-B379C390AD22}"/>
              </a:ext>
            </a:extLst>
          </p:cNvPr>
          <p:cNvSpPr txBox="1">
            <a:spLocks/>
          </p:cNvSpPr>
          <p:nvPr userDrawn="1"/>
        </p:nvSpPr>
        <p:spPr>
          <a:xfrm>
            <a:off x="8613648" y="64293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 cap="all" spc="15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8844951-7827-47D4-8276-7DDE1FA7D85A}" type="slidenum">
              <a:rPr lang="en-US" smtClean="0">
                <a:solidFill>
                  <a:schemeClr val="tx2">
                    <a:alpha val="60000"/>
                  </a:schemeClr>
                </a:solidFill>
              </a:rPr>
              <a:pPr/>
              <a:t>‹#›</a:t>
            </a:fld>
            <a:endParaRPr lang="en-US" dirty="0">
              <a:solidFill>
                <a:schemeClr val="tx2">
                  <a:alpha val="60000"/>
                </a:schemeClr>
              </a:solidFill>
            </a:endParaRP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E092228-4487-4E3A-AEE3-12DC34A061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24928" y="484632"/>
            <a:ext cx="4279392" cy="2862072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6AB20921-6E7F-4BD8-9399-D18CABB64B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424928" y="3511296"/>
            <a:ext cx="4279392" cy="2862072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30430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022B425-A1C3-4DFE-BF49-1B9F96D46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893769"/>
            <a:ext cx="5992550" cy="2319306"/>
          </a:xfrm>
        </p:spPr>
        <p:txBody>
          <a:bodyPr anchor="t">
            <a:normAutofit/>
          </a:bodyPr>
          <a:lstStyle/>
          <a:p>
            <a:r>
              <a:rPr lang="en-US" sz="4400">
                <a:gradFill flip="none" rotWithShape="1">
                  <a:gsLst>
                    <a:gs pos="0">
                      <a:schemeClr val="accent5">
                        <a:alpha val="70000"/>
                      </a:schemeClr>
                    </a:gs>
                    <a:gs pos="100000">
                      <a:schemeClr val="accent1">
                        <a:alpha val="70000"/>
                      </a:schemeClr>
                    </a:gs>
                  </a:gsLst>
                  <a:lin ang="0" scaled="1"/>
                  <a:tileRect/>
                </a:gradFill>
              </a:rPr>
              <a:t>Click to edit Master title style</a:t>
            </a:r>
            <a:endParaRPr lang="en-US" sz="4400" dirty="0">
              <a:gradFill flip="none" rotWithShape="1">
                <a:gsLst>
                  <a:gs pos="0">
                    <a:schemeClr val="accent5">
                      <a:alpha val="70000"/>
                    </a:schemeClr>
                  </a:gs>
                  <a:gs pos="100000">
                    <a:schemeClr val="accent1">
                      <a:alpha val="70000"/>
                    </a:schemeClr>
                  </a:gs>
                </a:gsLst>
                <a:lin ang="0" scaled="1"/>
                <a:tileRect/>
              </a:gradFill>
            </a:endParaRP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AEC60F9-EA79-4A18-B040-024AFB62FD5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3776" y="484632"/>
            <a:ext cx="11210544" cy="3191256"/>
          </a:xfrm>
          <a:solidFill>
            <a:schemeClr val="accent6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3B88B7B-A749-40EA-A140-38D1E04EFF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9133" y="3893770"/>
            <a:ext cx="4377714" cy="2319306"/>
          </a:xfrm>
        </p:spPr>
        <p:txBody>
          <a:bodyPr anchor="t">
            <a:normAutofit/>
          </a:bodyPr>
          <a:lstStyle>
            <a:lvl1pPr marL="0" indent="0">
              <a:buNone/>
              <a:defRPr sz="2800"/>
            </a:lvl1pPr>
          </a:lstStyle>
          <a:p>
            <a:pPr marL="228600" lvl="0" indent="-228600"/>
            <a:r>
              <a:rPr lang="en-US" sz="1800">
                <a:solidFill>
                  <a:schemeClr val="tx2">
                    <a:alpha val="60000"/>
                  </a:schemeClr>
                </a:solidFill>
              </a:rPr>
              <a:t>Click to edit Master text styles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8B9F00-8450-475B-B155-993BAF21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18489"/>
            <a:ext cx="2743200" cy="365125"/>
          </a:xfrm>
        </p:spPr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FDDA3-8E6F-42F7-BFBE-7FA9C647C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8E678-81B8-4356-9624-A0B99953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320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8B9F00-8450-475B-B155-993BAF21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FDDA3-8E6F-42F7-BFBE-7FA9C647C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8E678-81B8-4356-9624-A0B99953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0951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3B052-A59B-4AE3-A89A-E7748630C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DA9EC4-FEA9-41D2-BE8D-F709F01D3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155CF-52F5-4879-B7F3-D05812AC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053AC-61ED-4C2F-90BF-D4A916545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B2ED7-A198-4613-B8C9-EE02BAE2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8768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BD03-9D57-48E9-8B43-688B72997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F376C-8A2F-4BE5-9669-4A6DA21B7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54893-212E-4450-8F7A-27256B31F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E881A-3958-44A9-9EDB-D86F4E414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DBC4F-D9B8-4BFA-BE4F-D4B9B739D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1295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8777-C460-4649-8822-CA943386D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F69E6-1094-437B-AA7E-0E21B7136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57399"/>
            <a:ext cx="5181600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0BC963-4591-4BE3-AE63-4999A13C50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57399"/>
            <a:ext cx="5181600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4D5BB-DB84-4266-9B4F-E65CCFE5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A99B5-D493-4AB1-AF24-6660540D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178D0-5F1E-43FA-B447-53501EDD1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730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2DD4C-BFBC-4087-B94C-4DD0690E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B9D434-8228-4C7F-B520-14121EBC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B89BD-A70A-48D2-A3D9-DB2C0DB12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CF4EF-5A2A-4A47-81DF-80CB51306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8130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10DAA-DDE3-4C9C-8171-385A3DAC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1371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73DB2-BD72-4F5E-9CA2-197343A09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F01536-2B0A-42A2-827E-2EB2C324A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09800"/>
            <a:ext cx="3932237" cy="3659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22CD09-61EF-4733-831C-5B133DAE1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109FCF-96E4-4EBF-AAFB-5E9AD22A6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381A6-E580-49A4-989C-EF4A54F83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6152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FA6E-F719-4613-8815-591471E72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1371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4384F3-CDE0-4329-B76D-45AAC94B04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9D7EB-40DA-460F-A48A-3E6D5E561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09800"/>
            <a:ext cx="3932237" cy="3659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56944C-E229-457E-868E-C48FF47DA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3/1/20XX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115FE-359F-46EA-A3C8-0D18544E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165D17-3010-4FF5-9071-5CCD3E699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085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ame 7">
            <a:extLst>
              <a:ext uri="{FF2B5EF4-FFF2-40B4-BE49-F238E27FC236}">
                <a16:creationId xmlns:a16="http://schemas.microsoft.com/office/drawing/2014/main" id="{DD7EAFE6-2BB9-41FB-9CF4-588CFC708774}"/>
              </a:ext>
            </a:extLst>
          </p:cNvPr>
          <p:cNvSpPr/>
          <p:nvPr/>
        </p:nvSpPr>
        <p:spPr>
          <a:xfrm>
            <a:off x="1524" y="0"/>
            <a:ext cx="12188952" cy="6858000"/>
          </a:xfrm>
          <a:prstGeom prst="frame">
            <a:avLst>
              <a:gd name="adj1" fmla="val 7164"/>
            </a:avLst>
          </a:prstGeom>
          <a:gradFill flip="none" rotWithShape="1">
            <a:gsLst>
              <a:gs pos="0">
                <a:schemeClr val="accent2">
                  <a:alpha val="4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447F1F-BFA8-4A56-894B-40120132E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58FB99-0FA3-49F4-99A1-61919F942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78657"/>
            <a:ext cx="10515600" cy="3998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CCAE5-4EB0-4174-BD15-4943899B0A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293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3/1/20XX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4189E-43B2-4CEE-B13E-61A1FBBBD2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293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r>
              <a:rPr lang="en-US">
                <a:solidFill>
                  <a:srgbClr val="FFFFFF"/>
                </a:solidFill>
              </a:rPr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0530F-0BC8-46EF-A765-DD58B5367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293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fld id="{28844951-7827-47D4-8276-7DDE1FA7D85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514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6" r:id="rId2"/>
    <p:sldLayoutId id="2147483699" r:id="rId3"/>
    <p:sldLayoutId id="2147483698" r:id="rId4"/>
    <p:sldLayoutId id="2147483686" r:id="rId5"/>
    <p:sldLayoutId id="2147483700" r:id="rId6"/>
    <p:sldLayoutId id="2147483705" r:id="rId7"/>
    <p:sldLayoutId id="2147483689" r:id="rId8"/>
    <p:sldLayoutId id="2147483704" r:id="rId9"/>
    <p:sldLayoutId id="2147483702" r:id="rId10"/>
    <p:sldLayoutId id="2147483701" r:id="rId11"/>
    <p:sldLayoutId id="2147483703" r:id="rId12"/>
    <p:sldLayoutId id="2147483685" r:id="rId13"/>
    <p:sldLayoutId id="2147483687" r:id="rId14"/>
    <p:sldLayoutId id="2147483688" r:id="rId15"/>
    <p:sldLayoutId id="2147483690" r:id="rId16"/>
    <p:sldLayoutId id="2147483692" r:id="rId17"/>
    <p:sldLayoutId id="2147483693" r:id="rId18"/>
  </p:sldLayoutIdLst>
  <p:hf hdr="0"/>
  <p:txStyles>
    <p:titleStyle>
      <a:lvl1pPr marL="0" algn="l" defTabSz="914400" rtl="0" eaLnBrk="1" latinLnBrk="0" hangingPunct="1">
        <a:lnSpc>
          <a:spcPct val="90000"/>
        </a:lnSpc>
        <a:spcBef>
          <a:spcPct val="0"/>
        </a:spcBef>
        <a:buNone/>
        <a:defRPr lang="en-US" sz="5200" kern="1200" dirty="0">
          <a:gradFill flip="none" rotWithShape="1">
            <a:gsLst>
              <a:gs pos="0">
                <a:schemeClr val="accent5"/>
              </a:gs>
              <a:gs pos="100000">
                <a:schemeClr val="accent1">
                  <a:alpha val="70000"/>
                </a:schemeClr>
              </a:gs>
            </a:gsLst>
            <a:lin ang="0" scaled="1"/>
            <a:tileRect/>
          </a:gradFill>
          <a:latin typeface="+mj-lt"/>
          <a:ea typeface="+mn-ea"/>
          <a:cs typeface="Angsana New" panose="02020603050405020304" pitchFamily="18" charset="-34"/>
        </a:defRPr>
      </a:lvl1pPr>
    </p:titleStyle>
    <p:bodyStyle>
      <a:lvl1pPr marL="4572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32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1pPr>
      <a:lvl2pPr marL="8001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28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2pPr>
      <a:lvl3pPr marL="12573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24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3pPr>
      <a:lvl4pPr marL="165735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20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4pPr>
      <a:lvl5pPr marL="211455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20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A7C78-91FD-4B88-953D-5A4363761B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50" y="1461052"/>
            <a:ext cx="9144000" cy="1152939"/>
          </a:xfrm>
        </p:spPr>
        <p:txBody>
          <a:bodyPr anchor="b" anchorCtr="0">
            <a:normAutofit/>
          </a:bodyPr>
          <a:lstStyle/>
          <a:p>
            <a:r>
              <a:rPr lang="en-US" sz="2800" dirty="0"/>
              <a:t>Full Stack Development with MERN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D04BED3-CF2E-4CAD-8CE8-ED3ED12AEBD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27175" y="3101009"/>
            <a:ext cx="9144000" cy="2950541"/>
          </a:xfrm>
        </p:spPr>
        <p:txBody>
          <a:bodyPr>
            <a:normAutofit/>
          </a:bodyPr>
          <a:lstStyle/>
          <a:p>
            <a:r>
              <a:rPr lang="en-US" sz="2600" dirty="0"/>
              <a:t>BOOKSTORE</a:t>
            </a:r>
          </a:p>
          <a:p>
            <a:r>
              <a:rPr lang="en-US" sz="2600" dirty="0"/>
              <a:t>-MERN FULL STACK ONLINE BOOKSTORE</a:t>
            </a:r>
          </a:p>
        </p:txBody>
      </p:sp>
    </p:spTree>
    <p:extLst>
      <p:ext uri="{BB962C8B-B14F-4D97-AF65-F5344CB8AC3E}">
        <p14:creationId xmlns:p14="http://schemas.microsoft.com/office/powerpoint/2010/main" val="703580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29919-17DF-09EE-D238-57685FD01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DAAC61-A81F-9E6D-05D1-4959154A6B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50" y="1121700"/>
            <a:ext cx="9144000" cy="1253752"/>
          </a:xfrm>
        </p:spPr>
        <p:txBody>
          <a:bodyPr anchor="b" anchorCtr="0">
            <a:normAutofit/>
          </a:bodyPr>
          <a:lstStyle/>
          <a:p>
            <a:pPr algn="l"/>
            <a:r>
              <a:rPr lang="en-US" sz="2600" dirty="0"/>
              <a:t>1.INTRODUCTION: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2C1F60F-29FE-DE13-1EDC-03D0EED1AE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27175" y="2981739"/>
            <a:ext cx="9144000" cy="3069811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b="1" dirty="0">
                <a:latin typeface="Century" panose="02040604050505020304" pitchFamily="18" charset="0"/>
              </a:rPr>
              <a:t>Project Title:</a:t>
            </a:r>
          </a:p>
          <a:p>
            <a:pPr algn="l"/>
            <a:r>
              <a:rPr lang="en-US" dirty="0"/>
              <a:t>  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Bookstore-MERN Full Stack Online Bookstore</a:t>
            </a:r>
          </a:p>
          <a:p>
            <a:pPr algn="l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b="1" dirty="0">
                <a:latin typeface="Century" panose="02040604050505020304" pitchFamily="18" charset="0"/>
              </a:rPr>
              <a:t>Team Members:</a:t>
            </a:r>
          </a:p>
          <a:p>
            <a:pPr algn="l"/>
            <a:r>
              <a:rPr lang="en-US" dirty="0">
                <a:latin typeface="Century" panose="02040604050505020304" pitchFamily="18" charset="0"/>
              </a:rPr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Preethi S</a:t>
            </a:r>
            <a:br>
              <a:rPr lang="en-US" dirty="0"/>
            </a:b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093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C94E0-810A-9E91-8A21-5D4C60A21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13FE11-933F-27DF-3495-DF3AED423B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50" y="447262"/>
            <a:ext cx="9144000" cy="755373"/>
          </a:xfrm>
        </p:spPr>
        <p:txBody>
          <a:bodyPr anchor="b" anchorCtr="0">
            <a:normAutofit/>
          </a:bodyPr>
          <a:lstStyle/>
          <a:p>
            <a:pPr algn="l"/>
            <a:r>
              <a:rPr lang="en-US" sz="2800" b="1" dirty="0"/>
              <a:t>2.Project Overview</a:t>
            </a:r>
            <a:r>
              <a:rPr lang="en-US" sz="2800" dirty="0"/>
              <a:t>:</a:t>
            </a:r>
            <a:endParaRPr lang="en-US" sz="26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0508186-6DF4-13C4-C5A4-0B46B751FAA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649895" y="1560443"/>
            <a:ext cx="9021279" cy="4850295"/>
          </a:xfrm>
        </p:spPr>
        <p:txBody>
          <a:bodyPr>
            <a:normAutofit fontScale="700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The primary objective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BookStore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to build a secure, scalable, and user-friendly online bookstore. It simplifies book discovery, enhances the reading purchase experience, and provides a centralized platform for both readers and administrators.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platform ensures: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book browsing and searching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user authentication and authorization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book and order management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design across all devices</a:t>
            </a:r>
          </a:p>
          <a:p>
            <a:pPr algn="l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63136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CF5CA-DD38-1110-3247-099B0068D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EA2988-88A6-87E7-14E4-10072D609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50" y="139148"/>
            <a:ext cx="9144000" cy="745434"/>
          </a:xfrm>
        </p:spPr>
        <p:txBody>
          <a:bodyPr anchor="b" anchorCtr="0">
            <a:normAutofit/>
          </a:bodyPr>
          <a:lstStyle/>
          <a:p>
            <a:pPr algn="l"/>
            <a:r>
              <a:rPr lang="en-IN" sz="2800" b="1" dirty="0"/>
              <a:t>3. System Architecture</a:t>
            </a:r>
            <a:r>
              <a:rPr lang="en-IN" sz="2400" b="1" dirty="0"/>
              <a:t>:</a:t>
            </a:r>
            <a:endParaRPr lang="en-US" sz="2400" b="1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6E957C7-7AAB-E216-7202-E8D6B1F6FC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27175" y="705678"/>
            <a:ext cx="9144000" cy="578457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IN" sz="2200" b="1" dirty="0"/>
          </a:p>
          <a:p>
            <a:pPr algn="l">
              <a:lnSpc>
                <a:spcPct val="170000"/>
              </a:lnSpc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l">
              <a:lnSpc>
                <a:spcPct val="170000"/>
              </a:lnSpc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The frontend is created using React.js with a component-based structure. It ensures reusability, fast rendering, and smooth navigation using React Router. State management is handled efficiently to manage cart and user data.</a:t>
            </a:r>
          </a:p>
          <a:p>
            <a:pPr algn="l">
              <a:lnSpc>
                <a:spcPct val="170000"/>
              </a:lnSpc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l">
              <a:lnSpc>
                <a:spcPct val="170000"/>
              </a:lnSpc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The backend is built using Node.js and Express.js. It follows a RESTful architecture to manage requests related to users, books, cart, and orders. Middleware is used for authentication, error handling, and request validation.</a:t>
            </a:r>
          </a:p>
          <a:p>
            <a:pPr algn="l">
              <a:lnSpc>
                <a:spcPct val="170000"/>
              </a:lnSpc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l">
              <a:lnSpc>
                <a:spcPct val="170000"/>
              </a:lnSpc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MongoDB is used as the database to store user details, book information, cart items, and order records. Collections are designed to support scalability and efficient querying.</a:t>
            </a:r>
          </a:p>
        </p:txBody>
      </p:sp>
    </p:spTree>
    <p:extLst>
      <p:ext uri="{BB962C8B-B14F-4D97-AF65-F5344CB8AC3E}">
        <p14:creationId xmlns:p14="http://schemas.microsoft.com/office/powerpoint/2010/main" val="2830530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AF8E2-2236-0037-FCF4-0B74B6EF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41AC15-4D0F-0B3C-378B-CDDDCBDF88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50" y="487018"/>
            <a:ext cx="9144000" cy="735495"/>
          </a:xfrm>
        </p:spPr>
        <p:txBody>
          <a:bodyPr anchor="b" anchorCtr="0">
            <a:normAutofit/>
          </a:bodyPr>
          <a:lstStyle/>
          <a:p>
            <a:pPr algn="l"/>
            <a:r>
              <a:rPr lang="en-IN" sz="2800" b="1" dirty="0"/>
              <a:t>4. Setup Instructions</a:t>
            </a:r>
            <a:r>
              <a:rPr lang="en-IN" sz="2400" b="1" dirty="0"/>
              <a:t>:</a:t>
            </a:r>
            <a:endParaRPr lang="en-US" sz="2400" b="1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99FAF31-1545-EECB-E230-9AF8CE39316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27175" y="1699592"/>
            <a:ext cx="9144000" cy="3458818"/>
          </a:xfrm>
        </p:spPr>
        <p:txBody>
          <a:bodyPr/>
          <a:lstStyle/>
          <a:p>
            <a:pPr algn="l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Prerequisites</a:t>
            </a: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 algn="l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 </a:t>
            </a:r>
          </a:p>
          <a:p>
            <a:pPr marL="285750" indent="-285750" algn="l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</a:p>
          <a:p>
            <a:pPr marL="285750" indent="-285750" algn="l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Code</a:t>
            </a:r>
          </a:p>
          <a:p>
            <a:pPr marL="285750" indent="-285750" algn="l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 (for API testing)</a:t>
            </a:r>
          </a:p>
          <a:p>
            <a:pPr marL="285750" indent="-285750" algn="l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180696"/>
      </p:ext>
    </p:extLst>
  </p:cSld>
  <p:clrMapOvr>
    <a:masterClrMapping/>
  </p:clrMapOvr>
</p:sld>
</file>

<file path=ppt/theme/theme1.xml><?xml version="1.0" encoding="utf-8"?>
<a:theme xmlns:a="http://schemas.openxmlformats.org/drawingml/2006/main" name="LuminousVTI">
  <a:themeElements>
    <a:clrScheme name="Custom 54">
      <a:dk1>
        <a:sysClr val="windowText" lastClr="000000"/>
      </a:dk1>
      <a:lt1>
        <a:sysClr val="window" lastClr="FFFFFF"/>
      </a:lt1>
      <a:dk2>
        <a:srgbClr val="201449"/>
      </a:dk2>
      <a:lt2>
        <a:srgbClr val="EEEEEE"/>
      </a:lt2>
      <a:accent1>
        <a:srgbClr val="F900A0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8477FE"/>
      </a:folHlink>
    </a:clrScheme>
    <a:fontScheme name="Custom 51">
      <a:majorFont>
        <a:latin typeface="Sabon Next L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uminousVTI" id="{3EBF12FF-FD44-415B-AB75-5B4F7E5C3AC4}" vid="{521B7FAE-6A8D-4468-B79A-0706294A0D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6052644-F409-493B-8E91-969D43897F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AAFE2A1-77F8-441E-9B9F-DD61C354F4FE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CF4B188-9E41-4609-81DC-EA2587D009A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Luminous design</Template>
  <TotalTime>26</TotalTime>
  <Words>256</Words>
  <Application>Microsoft Office PowerPoint</Application>
  <PresentationFormat>Widescreen</PresentationFormat>
  <Paragraphs>32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Arial</vt:lpstr>
      <vt:lpstr>Avenir Next LT Pro</vt:lpstr>
      <vt:lpstr>Calibri</vt:lpstr>
      <vt:lpstr>Cambria</vt:lpstr>
      <vt:lpstr>Century</vt:lpstr>
      <vt:lpstr>Courier New</vt:lpstr>
      <vt:lpstr>Sabon Next LT</vt:lpstr>
      <vt:lpstr>Times New Roman</vt:lpstr>
      <vt:lpstr>Wingdings</vt:lpstr>
      <vt:lpstr>LuminousVTI</vt:lpstr>
      <vt:lpstr>Full Stack Development with MERN</vt:lpstr>
      <vt:lpstr>1.INTRODUCTION:</vt:lpstr>
      <vt:lpstr>2.Project Overview:</vt:lpstr>
      <vt:lpstr>3. System Architecture:</vt:lpstr>
      <vt:lpstr>4. Setup Instructions: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Sruthi Sundar</dc:creator>
  <cp:lastModifiedBy>Sruthi Sundar</cp:lastModifiedBy>
  <cp:revision>1</cp:revision>
  <dcterms:created xsi:type="dcterms:W3CDTF">2025-12-19T12:19:52Z</dcterms:created>
  <dcterms:modified xsi:type="dcterms:W3CDTF">2025-12-19T12:46:23Z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