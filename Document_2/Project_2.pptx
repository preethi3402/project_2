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4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744F3-05E0-4909-83DC-BEB28A5CED19}" v="34" dt="2025-12-19T14:39:51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3725" autoAdjust="0"/>
  </p:normalViewPr>
  <p:slideViewPr>
    <p:cSldViewPr snapToGrid="0">
      <p:cViewPr>
        <p:scale>
          <a:sx n="66" d="100"/>
          <a:sy n="66" d="100"/>
        </p:scale>
        <p:origin x="1483" y="2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thi Sundar" userId="651794920b5f0fa2" providerId="LiveId" clId="{E72B0587-3D36-4671-9701-3C6114FA46AE}"/>
    <pc:docChg chg="undo custSel addSld delSld modSld sldOrd">
      <pc:chgData name="Sruthi Sundar" userId="651794920b5f0fa2" providerId="LiveId" clId="{E72B0587-3D36-4671-9701-3C6114FA46AE}" dt="2025-12-19T14:44:22.491" v="529" actId="27636"/>
      <pc:docMkLst>
        <pc:docMk/>
      </pc:docMkLst>
      <pc:sldChg chg="modSp mod">
        <pc:chgData name="Sruthi Sundar" userId="651794920b5f0fa2" providerId="LiveId" clId="{E72B0587-3D36-4671-9701-3C6114FA46AE}" dt="2025-12-19T14:42:01.714" v="496" actId="113"/>
        <pc:sldMkLst>
          <pc:docMk/>
          <pc:sldMk cId="703580386" sldId="256"/>
        </pc:sldMkLst>
        <pc:spChg chg="mod">
          <ac:chgData name="Sruthi Sundar" userId="651794920b5f0fa2" providerId="LiveId" clId="{E72B0587-3D36-4671-9701-3C6114FA46AE}" dt="2025-12-19T14:41:55.357" v="495" actId="403"/>
          <ac:spMkLst>
            <pc:docMk/>
            <pc:sldMk cId="703580386" sldId="256"/>
            <ac:spMk id="4" creationId="{2E9A7C78-91FD-4B88-953D-5A4363761BD1}"/>
          </ac:spMkLst>
        </pc:spChg>
        <pc:spChg chg="mod">
          <ac:chgData name="Sruthi Sundar" userId="651794920b5f0fa2" providerId="LiveId" clId="{E72B0587-3D36-4671-9701-3C6114FA46AE}" dt="2025-12-19T14:42:01.714" v="496" actId="113"/>
          <ac:spMkLst>
            <pc:docMk/>
            <pc:sldMk cId="703580386" sldId="256"/>
            <ac:spMk id="5" creationId="{AD04BED3-CF2E-4CAD-8CE8-ED3ED12AEBD6}"/>
          </ac:spMkLst>
        </pc:spChg>
      </pc:sldChg>
      <pc:sldChg chg="modSp mod">
        <pc:chgData name="Sruthi Sundar" userId="651794920b5f0fa2" providerId="LiveId" clId="{E72B0587-3D36-4671-9701-3C6114FA46AE}" dt="2025-12-19T14:43:00.125" v="516" actId="113"/>
        <pc:sldMkLst>
          <pc:docMk/>
          <pc:sldMk cId="2680093877" sldId="258"/>
        </pc:sldMkLst>
        <pc:spChg chg="mod">
          <ac:chgData name="Sruthi Sundar" userId="651794920b5f0fa2" providerId="LiveId" clId="{E72B0587-3D36-4671-9701-3C6114FA46AE}" dt="2025-12-19T14:43:00.125" v="516" actId="113"/>
          <ac:spMkLst>
            <pc:docMk/>
            <pc:sldMk cId="2680093877" sldId="258"/>
            <ac:spMk id="4" creationId="{85DAAC61-A81F-9E6D-05D1-4959154A6BF8}"/>
          </ac:spMkLst>
        </pc:spChg>
        <pc:spChg chg="mod">
          <ac:chgData name="Sruthi Sundar" userId="651794920b5f0fa2" providerId="LiveId" clId="{E72B0587-3D36-4671-9701-3C6114FA46AE}" dt="2025-12-19T14:42:38.935" v="513" actId="20577"/>
          <ac:spMkLst>
            <pc:docMk/>
            <pc:sldMk cId="2680093877" sldId="258"/>
            <ac:spMk id="5" creationId="{02C1F60F-29FE-DE13-1EDC-03D0EED1AEFE}"/>
          </ac:spMkLst>
        </pc:spChg>
      </pc:sldChg>
      <pc:sldChg chg="modSp mod">
        <pc:chgData name="Sruthi Sundar" userId="651794920b5f0fa2" providerId="LiveId" clId="{E72B0587-3D36-4671-9701-3C6114FA46AE}" dt="2025-12-19T14:44:22.491" v="529" actId="27636"/>
        <pc:sldMkLst>
          <pc:docMk/>
          <pc:sldMk cId="1863136791" sldId="259"/>
        </pc:sldMkLst>
        <pc:spChg chg="mod">
          <ac:chgData name="Sruthi Sundar" userId="651794920b5f0fa2" providerId="LiveId" clId="{E72B0587-3D36-4671-9701-3C6114FA46AE}" dt="2025-12-19T14:44:05.585" v="526" actId="1076"/>
          <ac:spMkLst>
            <pc:docMk/>
            <pc:sldMk cId="1863136791" sldId="259"/>
            <ac:spMk id="4" creationId="{8A13FE11-933F-27DF-3495-DF3AED423B9D}"/>
          </ac:spMkLst>
        </pc:spChg>
        <pc:spChg chg="mod">
          <ac:chgData name="Sruthi Sundar" userId="651794920b5f0fa2" providerId="LiveId" clId="{E72B0587-3D36-4671-9701-3C6114FA46AE}" dt="2025-12-19T14:44:22.491" v="529" actId="27636"/>
          <ac:spMkLst>
            <pc:docMk/>
            <pc:sldMk cId="1863136791" sldId="259"/>
            <ac:spMk id="5" creationId="{E0508186-6DF4-13C4-C5A4-0B46B751FAA4}"/>
          </ac:spMkLst>
        </pc:spChg>
      </pc:sldChg>
      <pc:sldChg chg="modSp mod">
        <pc:chgData name="Sruthi Sundar" userId="651794920b5f0fa2" providerId="LiveId" clId="{E72B0587-3D36-4671-9701-3C6114FA46AE}" dt="2025-12-19T13:02:55.995" v="28" actId="27636"/>
        <pc:sldMkLst>
          <pc:docMk/>
          <pc:sldMk cId="1199180696" sldId="260"/>
        </pc:sldMkLst>
        <pc:spChg chg="mod">
          <ac:chgData name="Sruthi Sundar" userId="651794920b5f0fa2" providerId="LiveId" clId="{E72B0587-3D36-4671-9701-3C6114FA46AE}" dt="2025-12-19T13:02:55.995" v="28" actId="27636"/>
          <ac:spMkLst>
            <pc:docMk/>
            <pc:sldMk cId="1199180696" sldId="260"/>
            <ac:spMk id="5" creationId="{F99FAF31-1545-EECB-E230-9AF8CE39316D}"/>
          </ac:spMkLst>
        </pc:spChg>
      </pc:sldChg>
      <pc:sldChg chg="addSp modSp add mod">
        <pc:chgData name="Sruthi Sundar" userId="651794920b5f0fa2" providerId="LiveId" clId="{E72B0587-3D36-4671-9701-3C6114FA46AE}" dt="2025-12-19T13:36:45.057" v="69" actId="14100"/>
        <pc:sldMkLst>
          <pc:docMk/>
          <pc:sldMk cId="2036921541" sldId="262"/>
        </pc:sldMkLst>
        <pc:spChg chg="mod">
          <ac:chgData name="Sruthi Sundar" userId="651794920b5f0fa2" providerId="LiveId" clId="{E72B0587-3D36-4671-9701-3C6114FA46AE}" dt="2025-12-19T13:30:16.382" v="45" actId="14100"/>
          <ac:spMkLst>
            <pc:docMk/>
            <pc:sldMk cId="2036921541" sldId="262"/>
            <ac:spMk id="4" creationId="{49B5E2B7-E373-DD99-5B30-BB1960119FA9}"/>
          </ac:spMkLst>
        </pc:spChg>
        <pc:spChg chg="mod">
          <ac:chgData name="Sruthi Sundar" userId="651794920b5f0fa2" providerId="LiveId" clId="{E72B0587-3D36-4671-9701-3C6114FA46AE}" dt="2025-12-19T13:30:22.913" v="46" actId="14100"/>
          <ac:spMkLst>
            <pc:docMk/>
            <pc:sldMk cId="2036921541" sldId="262"/>
            <ac:spMk id="5" creationId="{E2259E2D-A3B1-399F-5CC4-34B7E1C5DFB3}"/>
          </ac:spMkLst>
        </pc:spChg>
        <pc:picChg chg="add mod">
          <ac:chgData name="Sruthi Sundar" userId="651794920b5f0fa2" providerId="LiveId" clId="{E72B0587-3D36-4671-9701-3C6114FA46AE}" dt="2025-12-19T13:36:45.057" v="69" actId="14100"/>
          <ac:picMkLst>
            <pc:docMk/>
            <pc:sldMk cId="2036921541" sldId="262"/>
            <ac:picMk id="3" creationId="{A696953B-F0DD-0E90-40C6-63C384473172}"/>
          </ac:picMkLst>
        </pc:picChg>
      </pc:sldChg>
      <pc:sldChg chg="addSp modSp add mod">
        <pc:chgData name="Sruthi Sundar" userId="651794920b5f0fa2" providerId="LiveId" clId="{E72B0587-3D36-4671-9701-3C6114FA46AE}" dt="2025-12-19T14:41:36.565" v="493" actId="14100"/>
        <pc:sldMkLst>
          <pc:docMk/>
          <pc:sldMk cId="816285652" sldId="263"/>
        </pc:sldMkLst>
        <pc:spChg chg="mod">
          <ac:chgData name="Sruthi Sundar" userId="651794920b5f0fa2" providerId="LiveId" clId="{E72B0587-3D36-4671-9701-3C6114FA46AE}" dt="2025-12-19T13:36:27.225" v="67" actId="14100"/>
          <ac:spMkLst>
            <pc:docMk/>
            <pc:sldMk cId="816285652" sldId="263"/>
            <ac:spMk id="4" creationId="{1408A067-9430-5D07-B4D5-F56B3B5658B1}"/>
          </ac:spMkLst>
        </pc:spChg>
        <pc:spChg chg="mod">
          <ac:chgData name="Sruthi Sundar" userId="651794920b5f0fa2" providerId="LiveId" clId="{E72B0587-3D36-4671-9701-3C6114FA46AE}" dt="2025-12-19T14:41:28.880" v="491" actId="20577"/>
          <ac:spMkLst>
            <pc:docMk/>
            <pc:sldMk cId="816285652" sldId="263"/>
            <ac:spMk id="5" creationId="{5ED0969B-A2DF-E315-54D1-959DF52BA35F}"/>
          </ac:spMkLst>
        </pc:spChg>
        <pc:picChg chg="add mod">
          <ac:chgData name="Sruthi Sundar" userId="651794920b5f0fa2" providerId="LiveId" clId="{E72B0587-3D36-4671-9701-3C6114FA46AE}" dt="2025-12-19T14:41:36.565" v="493" actId="14100"/>
          <ac:picMkLst>
            <pc:docMk/>
            <pc:sldMk cId="816285652" sldId="263"/>
            <ac:picMk id="3" creationId="{8E07392C-6434-DC93-50F2-8EE92D88B511}"/>
          </ac:picMkLst>
        </pc:picChg>
      </pc:sldChg>
      <pc:sldChg chg="modSp add mod">
        <pc:chgData name="Sruthi Sundar" userId="651794920b5f0fa2" providerId="LiveId" clId="{E72B0587-3D36-4671-9701-3C6114FA46AE}" dt="2025-12-19T13:42:31.412" v="151" actId="20577"/>
        <pc:sldMkLst>
          <pc:docMk/>
          <pc:sldMk cId="2204973756" sldId="264"/>
        </pc:sldMkLst>
        <pc:spChg chg="mod">
          <ac:chgData name="Sruthi Sundar" userId="651794920b5f0fa2" providerId="LiveId" clId="{E72B0587-3D36-4671-9701-3C6114FA46AE}" dt="2025-12-19T13:41:12.944" v="94" actId="14100"/>
          <ac:spMkLst>
            <pc:docMk/>
            <pc:sldMk cId="2204973756" sldId="264"/>
            <ac:spMk id="4" creationId="{52DFA35F-8224-9D82-25A1-93C30DC29BBC}"/>
          </ac:spMkLst>
        </pc:spChg>
        <pc:spChg chg="mod">
          <ac:chgData name="Sruthi Sundar" userId="651794920b5f0fa2" providerId="LiveId" clId="{E72B0587-3D36-4671-9701-3C6114FA46AE}" dt="2025-12-19T13:42:31.412" v="151" actId="20577"/>
          <ac:spMkLst>
            <pc:docMk/>
            <pc:sldMk cId="2204973756" sldId="264"/>
            <ac:spMk id="5" creationId="{511EFDF3-BEDB-FB24-2736-F54C5C7639EC}"/>
          </ac:spMkLst>
        </pc:spChg>
      </pc:sldChg>
      <pc:sldChg chg="addSp delSp modSp add mod modClrScheme chgLayout">
        <pc:chgData name="Sruthi Sundar" userId="651794920b5f0fa2" providerId="LiveId" clId="{E72B0587-3D36-4671-9701-3C6114FA46AE}" dt="2025-12-19T14:05:35.318" v="208" actId="20577"/>
        <pc:sldMkLst>
          <pc:docMk/>
          <pc:sldMk cId="2748644908" sldId="265"/>
        </pc:sldMkLst>
        <pc:spChg chg="add del mod ord">
          <ac:chgData name="Sruthi Sundar" userId="651794920b5f0fa2" providerId="LiveId" clId="{E72B0587-3D36-4671-9701-3C6114FA46AE}" dt="2025-12-19T14:05:07.475" v="201" actId="700"/>
          <ac:spMkLst>
            <pc:docMk/>
            <pc:sldMk cId="2748644908" sldId="265"/>
            <ac:spMk id="3" creationId="{CB146A46-6467-3339-C158-E3690C6A3EB4}"/>
          </ac:spMkLst>
        </pc:spChg>
        <pc:spChg chg="mod ord">
          <ac:chgData name="Sruthi Sundar" userId="651794920b5f0fa2" providerId="LiveId" clId="{E72B0587-3D36-4671-9701-3C6114FA46AE}" dt="2025-12-19T14:05:29.978" v="205" actId="14100"/>
          <ac:spMkLst>
            <pc:docMk/>
            <pc:sldMk cId="2748644908" sldId="265"/>
            <ac:spMk id="4" creationId="{A42E1C31-3D31-D1D8-9E68-0560B5CFFDEA}"/>
          </ac:spMkLst>
        </pc:spChg>
        <pc:spChg chg="add del mod ord">
          <ac:chgData name="Sruthi Sundar" userId="651794920b5f0fa2" providerId="LiveId" clId="{E72B0587-3D36-4671-9701-3C6114FA46AE}" dt="2025-12-19T14:05:21.391" v="204" actId="700"/>
          <ac:spMkLst>
            <pc:docMk/>
            <pc:sldMk cId="2748644908" sldId="265"/>
            <ac:spMk id="5" creationId="{33FC1C13-EE38-D966-9EF5-5BA6B2063360}"/>
          </ac:spMkLst>
        </pc:spChg>
        <pc:spChg chg="add del mod ord">
          <ac:chgData name="Sruthi Sundar" userId="651794920b5f0fa2" providerId="LiveId" clId="{E72B0587-3D36-4671-9701-3C6114FA46AE}" dt="2025-12-19T14:05:06.393" v="200" actId="700"/>
          <ac:spMkLst>
            <pc:docMk/>
            <pc:sldMk cId="2748644908" sldId="265"/>
            <ac:spMk id="6" creationId="{AA1C3051-B8BF-F401-8604-BA8265D1F814}"/>
          </ac:spMkLst>
        </pc:spChg>
        <pc:spChg chg="add del mod ord">
          <ac:chgData name="Sruthi Sundar" userId="651794920b5f0fa2" providerId="LiveId" clId="{E72B0587-3D36-4671-9701-3C6114FA46AE}" dt="2025-12-19T14:05:01.255" v="199" actId="700"/>
          <ac:spMkLst>
            <pc:docMk/>
            <pc:sldMk cId="2748644908" sldId="265"/>
            <ac:spMk id="7" creationId="{47E04BD9-7FDA-D27F-6B1E-B5BA450ABCD1}"/>
          </ac:spMkLst>
        </pc:spChg>
        <pc:spChg chg="add mod ord">
          <ac:chgData name="Sruthi Sundar" userId="651794920b5f0fa2" providerId="LiveId" clId="{E72B0587-3D36-4671-9701-3C6114FA46AE}" dt="2025-12-19T14:05:35.318" v="208" actId="20577"/>
          <ac:spMkLst>
            <pc:docMk/>
            <pc:sldMk cId="2748644908" sldId="265"/>
            <ac:spMk id="8" creationId="{69BE5F36-D76A-A736-4271-297E7B4A80C2}"/>
          </ac:spMkLst>
        </pc:spChg>
        <pc:graphicFrameChg chg="add mod">
          <ac:chgData name="Sruthi Sundar" userId="651794920b5f0fa2" providerId="LiveId" clId="{E72B0587-3D36-4671-9701-3C6114FA46AE}" dt="2025-12-19T14:04:01.198" v="195" actId="1076"/>
          <ac:graphicFrameMkLst>
            <pc:docMk/>
            <pc:sldMk cId="2748644908" sldId="265"/>
            <ac:graphicFrameMk id="2" creationId="{9C1CC964-907D-CA2A-BEB0-B763976EA0A3}"/>
          </ac:graphicFrameMkLst>
        </pc:graphicFrameChg>
      </pc:sldChg>
      <pc:sldChg chg="modSp add mod">
        <pc:chgData name="Sruthi Sundar" userId="651794920b5f0fa2" providerId="LiveId" clId="{E72B0587-3D36-4671-9701-3C6114FA46AE}" dt="2025-12-19T14:00:05.375" v="183" actId="14100"/>
        <pc:sldMkLst>
          <pc:docMk/>
          <pc:sldMk cId="3110305638" sldId="266"/>
        </pc:sldMkLst>
        <pc:spChg chg="mod">
          <ac:chgData name="Sruthi Sundar" userId="651794920b5f0fa2" providerId="LiveId" clId="{E72B0587-3D36-4671-9701-3C6114FA46AE}" dt="2025-12-19T13:59:57.216" v="182" actId="1076"/>
          <ac:spMkLst>
            <pc:docMk/>
            <pc:sldMk cId="3110305638" sldId="266"/>
            <ac:spMk id="4" creationId="{6B2B1773-486B-F8A3-F98C-007357A44703}"/>
          </ac:spMkLst>
        </pc:spChg>
        <pc:spChg chg="mod">
          <ac:chgData name="Sruthi Sundar" userId="651794920b5f0fa2" providerId="LiveId" clId="{E72B0587-3D36-4671-9701-3C6114FA46AE}" dt="2025-12-19T14:00:05.375" v="183" actId="14100"/>
          <ac:spMkLst>
            <pc:docMk/>
            <pc:sldMk cId="3110305638" sldId="266"/>
            <ac:spMk id="5" creationId="{B5F3FC48-59C4-CF22-05BB-5AF9E263CFB0}"/>
          </ac:spMkLst>
        </pc:spChg>
      </pc:sldChg>
      <pc:sldChg chg="addSp delSp modSp add mod ord">
        <pc:chgData name="Sruthi Sundar" userId="651794920b5f0fa2" providerId="LiveId" clId="{E72B0587-3D36-4671-9701-3C6114FA46AE}" dt="2025-12-19T14:22:20.615" v="260" actId="14100"/>
        <pc:sldMkLst>
          <pc:docMk/>
          <pc:sldMk cId="1180210843" sldId="267"/>
        </pc:sldMkLst>
        <pc:spChg chg="mod">
          <ac:chgData name="Sruthi Sundar" userId="651794920b5f0fa2" providerId="LiveId" clId="{E72B0587-3D36-4671-9701-3C6114FA46AE}" dt="2025-12-19T14:16:32.510" v="221" actId="113"/>
          <ac:spMkLst>
            <pc:docMk/>
            <pc:sldMk cId="1180210843" sldId="267"/>
            <ac:spMk id="4" creationId="{C9085A0E-7A24-1563-01D7-E42B4FE3B498}"/>
          </ac:spMkLst>
        </pc:spChg>
        <pc:spChg chg="mod">
          <ac:chgData name="Sruthi Sundar" userId="651794920b5f0fa2" providerId="LiveId" clId="{E72B0587-3D36-4671-9701-3C6114FA46AE}" dt="2025-12-19T14:20:54.417" v="249" actId="20577"/>
          <ac:spMkLst>
            <pc:docMk/>
            <pc:sldMk cId="1180210843" sldId="267"/>
            <ac:spMk id="5" creationId="{82BEAD37-5883-1475-062F-150EBD915AC1}"/>
          </ac:spMkLst>
        </pc:spChg>
        <pc:picChg chg="add mod">
          <ac:chgData name="Sruthi Sundar" userId="651794920b5f0fa2" providerId="LiveId" clId="{E72B0587-3D36-4671-9701-3C6114FA46AE}" dt="2025-12-19T14:19:32.185" v="242"/>
          <ac:picMkLst>
            <pc:docMk/>
            <pc:sldMk cId="1180210843" sldId="267"/>
            <ac:picMk id="3" creationId="{A234BECD-AA8E-0B48-ACDD-B3E64BBE886F}"/>
          </ac:picMkLst>
        </pc:picChg>
        <pc:picChg chg="add del mod">
          <ac:chgData name="Sruthi Sundar" userId="651794920b5f0fa2" providerId="LiveId" clId="{E72B0587-3D36-4671-9701-3C6114FA46AE}" dt="2025-12-19T14:22:02.164" v="257" actId="478"/>
          <ac:picMkLst>
            <pc:docMk/>
            <pc:sldMk cId="1180210843" sldId="267"/>
            <ac:picMk id="7" creationId="{9D4D8890-9560-47C3-E5F9-C6D702EA38D5}"/>
          </ac:picMkLst>
        </pc:picChg>
        <pc:picChg chg="add mod">
          <ac:chgData name="Sruthi Sundar" userId="651794920b5f0fa2" providerId="LiveId" clId="{E72B0587-3D36-4671-9701-3C6114FA46AE}" dt="2025-12-19T14:22:20.615" v="260" actId="14100"/>
          <ac:picMkLst>
            <pc:docMk/>
            <pc:sldMk cId="1180210843" sldId="267"/>
            <ac:picMk id="9" creationId="{FD5F6879-032E-472D-E79E-4D8BD697ABC0}"/>
          </ac:picMkLst>
        </pc:picChg>
      </pc:sldChg>
      <pc:sldChg chg="addSp delSp modSp add mod">
        <pc:chgData name="Sruthi Sundar" userId="651794920b5f0fa2" providerId="LiveId" clId="{E72B0587-3D36-4671-9701-3C6114FA46AE}" dt="2025-12-19T14:25:19.413" v="284" actId="14100"/>
        <pc:sldMkLst>
          <pc:docMk/>
          <pc:sldMk cId="2167836652" sldId="268"/>
        </pc:sldMkLst>
        <pc:spChg chg="add mod">
          <ac:chgData name="Sruthi Sundar" userId="651794920b5f0fa2" providerId="LiveId" clId="{E72B0587-3D36-4671-9701-3C6114FA46AE}" dt="2025-12-19T14:25:08.635" v="283" actId="207"/>
          <ac:spMkLst>
            <pc:docMk/>
            <pc:sldMk cId="2167836652" sldId="268"/>
            <ac:spMk id="2" creationId="{DA0203C8-11E9-DFA0-5CA9-166A350C0241}"/>
          </ac:spMkLst>
        </pc:spChg>
        <pc:spChg chg="mod">
          <ac:chgData name="Sruthi Sundar" userId="651794920b5f0fa2" providerId="LiveId" clId="{E72B0587-3D36-4671-9701-3C6114FA46AE}" dt="2025-12-19T14:25:19.413" v="284" actId="14100"/>
          <ac:spMkLst>
            <pc:docMk/>
            <pc:sldMk cId="2167836652" sldId="268"/>
            <ac:spMk id="4" creationId="{814632AD-11BB-2070-2054-7E05A8D7FDE8}"/>
          </ac:spMkLst>
        </pc:spChg>
        <pc:spChg chg="del mod">
          <ac:chgData name="Sruthi Sundar" userId="651794920b5f0fa2" providerId="LiveId" clId="{E72B0587-3D36-4671-9701-3C6114FA46AE}" dt="2025-12-19T14:24:50.396" v="278"/>
          <ac:spMkLst>
            <pc:docMk/>
            <pc:sldMk cId="2167836652" sldId="268"/>
            <ac:spMk id="5" creationId="{9983EF5F-C5A6-988C-8438-0344DA4CA82A}"/>
          </ac:spMkLst>
        </pc:spChg>
      </pc:sldChg>
      <pc:sldChg chg="addSp delSp modSp new del mod modClrScheme chgLayout">
        <pc:chgData name="Sruthi Sundar" userId="651794920b5f0fa2" providerId="LiveId" clId="{E72B0587-3D36-4671-9701-3C6114FA46AE}" dt="2025-12-19T14:40:14.138" v="484" actId="47"/>
        <pc:sldMkLst>
          <pc:docMk/>
          <pc:sldMk cId="2907143475" sldId="269"/>
        </pc:sldMkLst>
        <pc:spChg chg="del mod ord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2" creationId="{7E0EBE8A-2BBC-9BE5-A656-B85CC8F230AF}"/>
          </ac:spMkLst>
        </pc:spChg>
        <pc:spChg chg="del mod ord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3" creationId="{05D64709-E514-6CED-0521-AD3522D948A3}"/>
          </ac:spMkLst>
        </pc:spChg>
        <pc:spChg chg="del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4" creationId="{AD9DA4B7-54B3-FBB0-7498-385A8836CEB8}"/>
          </ac:spMkLst>
        </pc:spChg>
        <pc:spChg chg="del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5" creationId="{CC09946E-3A82-6ACE-CEC6-358223D9257C}"/>
          </ac:spMkLst>
        </pc:spChg>
        <pc:spChg chg="del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6" creationId="{D0594EE9-6026-3E28-6062-F12EAEC51F00}"/>
          </ac:spMkLst>
        </pc:spChg>
        <pc:spChg chg="del">
          <ac:chgData name="Sruthi Sundar" userId="651794920b5f0fa2" providerId="LiveId" clId="{E72B0587-3D36-4671-9701-3C6114FA46AE}" dt="2025-12-19T14:27:16.978" v="286" actId="700"/>
          <ac:spMkLst>
            <pc:docMk/>
            <pc:sldMk cId="2907143475" sldId="269"/>
            <ac:spMk id="7" creationId="{DDE950C1-804C-7641-E84F-4203B38554CF}"/>
          </ac:spMkLst>
        </pc:spChg>
        <pc:spChg chg="mod ord">
          <ac:chgData name="Sruthi Sundar" userId="651794920b5f0fa2" providerId="LiveId" clId="{E72B0587-3D36-4671-9701-3C6114FA46AE}" dt="2025-12-19T14:28:40.708" v="318" actId="700"/>
          <ac:spMkLst>
            <pc:docMk/>
            <pc:sldMk cId="2907143475" sldId="269"/>
            <ac:spMk id="8" creationId="{14E19B9A-E409-93EC-598B-84F4FBDFE6F5}"/>
          </ac:spMkLst>
        </pc:spChg>
        <pc:spChg chg="mod ord">
          <ac:chgData name="Sruthi Sundar" userId="651794920b5f0fa2" providerId="LiveId" clId="{E72B0587-3D36-4671-9701-3C6114FA46AE}" dt="2025-12-19T14:37:34.938" v="458" actId="14100"/>
          <ac:spMkLst>
            <pc:docMk/>
            <pc:sldMk cId="2907143475" sldId="269"/>
            <ac:spMk id="9" creationId="{B796088F-B72D-D8E6-FCF9-09F64485F393}"/>
          </ac:spMkLst>
        </pc:spChg>
        <pc:spChg chg="mod ord">
          <ac:chgData name="Sruthi Sundar" userId="651794920b5f0fa2" providerId="LiveId" clId="{E72B0587-3D36-4671-9701-3C6114FA46AE}" dt="2025-12-19T14:28:40.708" v="318" actId="700"/>
          <ac:spMkLst>
            <pc:docMk/>
            <pc:sldMk cId="2907143475" sldId="269"/>
            <ac:spMk id="10" creationId="{168E4266-F9E0-E852-F5BD-9960707D8F41}"/>
          </ac:spMkLst>
        </pc:spChg>
        <pc:spChg chg="add mod ord">
          <ac:chgData name="Sruthi Sundar" userId="651794920b5f0fa2" providerId="LiveId" clId="{E72B0587-3D36-4671-9701-3C6114FA46AE}" dt="2025-12-19T14:38:17.157" v="464" actId="21"/>
          <ac:spMkLst>
            <pc:docMk/>
            <pc:sldMk cId="2907143475" sldId="269"/>
            <ac:spMk id="11" creationId="{FB1BE3E7-B43A-E423-F724-1B7CD9C67CFE}"/>
          </ac:spMkLst>
        </pc:spChg>
        <pc:spChg chg="add del mod ord">
          <ac:chgData name="Sruthi Sundar" userId="651794920b5f0fa2" providerId="LiveId" clId="{E72B0587-3D36-4671-9701-3C6114FA46AE}" dt="2025-12-19T14:28:13.096" v="317" actId="700"/>
          <ac:spMkLst>
            <pc:docMk/>
            <pc:sldMk cId="2907143475" sldId="269"/>
            <ac:spMk id="12" creationId="{0857A71A-FB3F-9655-6980-668FE3E8256A}"/>
          </ac:spMkLst>
        </pc:spChg>
        <pc:spChg chg="add del mod ord">
          <ac:chgData name="Sruthi Sundar" userId="651794920b5f0fa2" providerId="LiveId" clId="{E72B0587-3D36-4671-9701-3C6114FA46AE}" dt="2025-12-19T14:28:40.708" v="318" actId="700"/>
          <ac:spMkLst>
            <pc:docMk/>
            <pc:sldMk cId="2907143475" sldId="269"/>
            <ac:spMk id="13" creationId="{7F29F263-54D3-9F48-5906-6EC95A7E7D03}"/>
          </ac:spMkLst>
        </pc:spChg>
        <pc:spChg chg="add del mod ord">
          <ac:chgData name="Sruthi Sundar" userId="651794920b5f0fa2" providerId="LiveId" clId="{E72B0587-3D36-4671-9701-3C6114FA46AE}" dt="2025-12-19T14:28:40.708" v="318" actId="700"/>
          <ac:spMkLst>
            <pc:docMk/>
            <pc:sldMk cId="2907143475" sldId="269"/>
            <ac:spMk id="14" creationId="{E98B81B6-2CC8-6BB2-15E6-12F27A18296C}"/>
          </ac:spMkLst>
        </pc:spChg>
        <pc:spChg chg="add mod ord">
          <ac:chgData name="Sruthi Sundar" userId="651794920b5f0fa2" providerId="LiveId" clId="{E72B0587-3D36-4671-9701-3C6114FA46AE}" dt="2025-12-19T14:29:36.354" v="334" actId="20577"/>
          <ac:spMkLst>
            <pc:docMk/>
            <pc:sldMk cId="2907143475" sldId="269"/>
            <ac:spMk id="15" creationId="{C229F9F0-1BA3-CD0E-DE24-A77DEC9F29CC}"/>
          </ac:spMkLst>
        </pc:spChg>
        <pc:picChg chg="add del mod">
          <ac:chgData name="Sruthi Sundar" userId="651794920b5f0fa2" providerId="LiveId" clId="{E72B0587-3D36-4671-9701-3C6114FA46AE}" dt="2025-12-19T14:38:36.814" v="468" actId="21"/>
          <ac:picMkLst>
            <pc:docMk/>
            <pc:sldMk cId="2907143475" sldId="269"/>
            <ac:picMk id="17" creationId="{C07B129F-3047-9725-F100-D8424F60BFD8}"/>
          </ac:picMkLst>
        </pc:picChg>
        <pc:picChg chg="add del mod">
          <ac:chgData name="Sruthi Sundar" userId="651794920b5f0fa2" providerId="LiveId" clId="{E72B0587-3D36-4671-9701-3C6114FA46AE}" dt="2025-12-19T14:38:25.978" v="466" actId="21"/>
          <ac:picMkLst>
            <pc:docMk/>
            <pc:sldMk cId="2907143475" sldId="269"/>
            <ac:picMk id="19" creationId="{E9AA756B-FDB0-F92D-2377-8E6997462FE1}"/>
          </ac:picMkLst>
        </pc:picChg>
      </pc:sldChg>
      <pc:sldChg chg="addSp delSp modSp new del mod modClrScheme chgLayout">
        <pc:chgData name="Sruthi Sundar" userId="651794920b5f0fa2" providerId="LiveId" clId="{E72B0587-3D36-4671-9701-3C6114FA46AE}" dt="2025-12-19T14:40:15.917" v="485" actId="47"/>
        <pc:sldMkLst>
          <pc:docMk/>
          <pc:sldMk cId="3252925977" sldId="270"/>
        </pc:sldMkLst>
        <pc:spChg chg="del mod ord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2" creationId="{77DE4A55-F21E-FD68-9862-63B3735395C8}"/>
          </ac:spMkLst>
        </pc:spChg>
        <pc:spChg chg="del mod ord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3" creationId="{8ECD339F-DBAC-A399-95C0-A74E1A0DF18D}"/>
          </ac:spMkLst>
        </pc:spChg>
        <pc:spChg chg="del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5" creationId="{C91F5A5C-756E-7FE8-8DCB-94CC4FC49F61}"/>
          </ac:spMkLst>
        </pc:spChg>
        <pc:spChg chg="del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6" creationId="{DDD0B33C-41EE-DAD8-5496-4E09F95C6171}"/>
          </ac:spMkLst>
        </pc:spChg>
        <pc:spChg chg="del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7" creationId="{66E46006-DCE5-0517-2F32-D637576B2747}"/>
          </ac:spMkLst>
        </pc:spChg>
        <pc:spChg chg="mod ord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8" creationId="{92D9BDA4-F801-C982-184D-3A5AF3EFA22F}"/>
          </ac:spMkLst>
        </pc:spChg>
        <pc:spChg chg="mod ord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9" creationId="{C1253F8D-AB26-2F2A-9CD4-6D9DDA0D747E}"/>
          </ac:spMkLst>
        </pc:spChg>
        <pc:spChg chg="mod ord">
          <ac:chgData name="Sruthi Sundar" userId="651794920b5f0fa2" providerId="LiveId" clId="{E72B0587-3D36-4671-9701-3C6114FA46AE}" dt="2025-12-19T14:30:33.826" v="344" actId="700"/>
          <ac:spMkLst>
            <pc:docMk/>
            <pc:sldMk cId="3252925977" sldId="270"/>
            <ac:spMk id="10" creationId="{9648AC23-3FA6-8E33-630E-571DE1D74BB4}"/>
          </ac:spMkLst>
        </pc:spChg>
        <pc:spChg chg="add mod ord">
          <ac:chgData name="Sruthi Sundar" userId="651794920b5f0fa2" providerId="LiveId" clId="{E72B0587-3D36-4671-9701-3C6114FA46AE}" dt="2025-12-19T14:39:00.250" v="474" actId="21"/>
          <ac:spMkLst>
            <pc:docMk/>
            <pc:sldMk cId="3252925977" sldId="270"/>
            <ac:spMk id="11" creationId="{7FEDB1E2-F165-9267-106F-F19D371B90BF}"/>
          </ac:spMkLst>
        </pc:spChg>
        <pc:spChg chg="add del mod ord">
          <ac:chgData name="Sruthi Sundar" userId="651794920b5f0fa2" providerId="LiveId" clId="{E72B0587-3D36-4671-9701-3C6114FA46AE}" dt="2025-12-19T14:31:04.646" v="362"/>
          <ac:spMkLst>
            <pc:docMk/>
            <pc:sldMk cId="3252925977" sldId="270"/>
            <ac:spMk id="12" creationId="{C8B15C17-6B44-AB10-8469-1D8C4E22122A}"/>
          </ac:spMkLst>
        </pc:spChg>
        <pc:spChg chg="add mod">
          <ac:chgData name="Sruthi Sundar" userId="651794920b5f0fa2" providerId="LiveId" clId="{E72B0587-3D36-4671-9701-3C6114FA46AE}" dt="2025-12-19T14:39:10.734" v="476" actId="21"/>
          <ac:spMkLst>
            <pc:docMk/>
            <pc:sldMk cId="3252925977" sldId="270"/>
            <ac:spMk id="13" creationId="{3E06584A-83FB-03C0-0E97-3FF56039CA3C}"/>
          </ac:spMkLst>
        </pc:spChg>
      </pc:sldChg>
      <pc:sldChg chg="addSp delSp modSp new del mod modClrScheme chgLayout">
        <pc:chgData name="Sruthi Sundar" userId="651794920b5f0fa2" providerId="LiveId" clId="{E72B0587-3D36-4671-9701-3C6114FA46AE}" dt="2025-12-19T14:40:20.165" v="486" actId="47"/>
        <pc:sldMkLst>
          <pc:docMk/>
          <pc:sldMk cId="1383111353" sldId="271"/>
        </pc:sldMkLst>
        <pc:spChg chg="del mod ord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2" creationId="{1D490341-B20B-820D-37B6-945C5E1D736E}"/>
          </ac:spMkLst>
        </pc:spChg>
        <pc:spChg chg="del mod ord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3" creationId="{15CBB511-9E8D-2F00-7382-900E360AA37A}"/>
          </ac:spMkLst>
        </pc:spChg>
        <pc:spChg chg="del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4" creationId="{BABC4EE7-CDA3-F553-06A9-661C048CA9F6}"/>
          </ac:spMkLst>
        </pc:spChg>
        <pc:spChg chg="del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5" creationId="{FDE232A2-B556-3E53-73D9-97155A6B06AE}"/>
          </ac:spMkLst>
        </pc:spChg>
        <pc:spChg chg="del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6" creationId="{D4E6A854-4F39-21D9-4CF6-2C38C55CB53B}"/>
          </ac:spMkLst>
        </pc:spChg>
        <pc:spChg chg="del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7" creationId="{41914D1E-2753-BFFB-42A1-CDA9E2E3795E}"/>
          </ac:spMkLst>
        </pc:spChg>
        <pc:spChg chg="mod ord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8" creationId="{B3674BEA-E325-9CCA-4954-114BB73BF99C}"/>
          </ac:spMkLst>
        </pc:spChg>
        <pc:spChg chg="mod">
          <ac:chgData name="Sruthi Sundar" userId="651794920b5f0fa2" providerId="LiveId" clId="{E72B0587-3D36-4671-9701-3C6114FA46AE}" dt="2025-12-19T14:37:01.199" v="439" actId="20577"/>
          <ac:spMkLst>
            <pc:docMk/>
            <pc:sldMk cId="1383111353" sldId="271"/>
            <ac:spMk id="9" creationId="{E97D2EBF-1AC1-9978-8E59-450C3245FA15}"/>
          </ac:spMkLst>
        </pc:spChg>
        <pc:spChg chg="mod ord">
          <ac:chgData name="Sruthi Sundar" userId="651794920b5f0fa2" providerId="LiveId" clId="{E72B0587-3D36-4671-9701-3C6114FA46AE}" dt="2025-12-19T14:35:40.983" v="381" actId="700"/>
          <ac:spMkLst>
            <pc:docMk/>
            <pc:sldMk cId="1383111353" sldId="271"/>
            <ac:spMk id="10" creationId="{FD533EFB-7ED8-66D8-59BE-59F47ED2AB77}"/>
          </ac:spMkLst>
        </pc:spChg>
        <pc:spChg chg="add mod ord">
          <ac:chgData name="Sruthi Sundar" userId="651794920b5f0fa2" providerId="LiveId" clId="{E72B0587-3D36-4671-9701-3C6114FA46AE}" dt="2025-12-19T14:39:22.977" v="478" actId="21"/>
          <ac:spMkLst>
            <pc:docMk/>
            <pc:sldMk cId="1383111353" sldId="271"/>
            <ac:spMk id="11" creationId="{CAED3974-72AD-63CF-E854-FECB318C47F1}"/>
          </ac:spMkLst>
        </pc:spChg>
        <pc:spChg chg="add mod ord">
          <ac:chgData name="Sruthi Sundar" userId="651794920b5f0fa2" providerId="LiveId" clId="{E72B0587-3D36-4671-9701-3C6114FA46AE}" dt="2025-12-19T14:39:32.221" v="481" actId="27636"/>
          <ac:spMkLst>
            <pc:docMk/>
            <pc:sldMk cId="1383111353" sldId="271"/>
            <ac:spMk id="12" creationId="{C5B820FF-30C6-E563-48D7-DA005307AF39}"/>
          </ac:spMkLst>
        </pc:spChg>
      </pc:sldChg>
      <pc:sldChg chg="modSp add">
        <pc:chgData name="Sruthi Sundar" userId="651794920b5f0fa2" providerId="LiveId" clId="{E72B0587-3D36-4671-9701-3C6114FA46AE}" dt="2025-12-19T14:39:51.885" v="483" actId="1076"/>
        <pc:sldMkLst>
          <pc:docMk/>
          <pc:sldMk cId="680922002" sldId="272"/>
        </pc:sldMkLst>
        <pc:spChg chg="mod">
          <ac:chgData name="Sruthi Sundar" userId="651794920b5f0fa2" providerId="LiveId" clId="{E72B0587-3D36-4671-9701-3C6114FA46AE}" dt="2025-12-19T14:39:51.885" v="483" actId="1076"/>
          <ac:spMkLst>
            <pc:docMk/>
            <pc:sldMk cId="680922002" sldId="272"/>
            <ac:spMk id="2" creationId="{A08B7277-0950-B581-C6D9-47DE318AD6EC}"/>
          </ac:spMkLst>
        </pc:spChg>
        <pc:spChg chg="mod">
          <ac:chgData name="Sruthi Sundar" userId="651794920b5f0fa2" providerId="LiveId" clId="{E72B0587-3D36-4671-9701-3C6114FA46AE}" dt="2025-12-19T14:39:28.179" v="479"/>
          <ac:spMkLst>
            <pc:docMk/>
            <pc:sldMk cId="680922002" sldId="272"/>
            <ac:spMk id="4" creationId="{46D2C2B9-52F8-72FA-6323-F8731D7FD3FB}"/>
          </ac:spMkLst>
        </pc:spChg>
      </pc:sldChg>
      <pc:sldChg chg="new del">
        <pc:chgData name="Sruthi Sundar" userId="651794920b5f0fa2" providerId="LiveId" clId="{E72B0587-3D36-4671-9701-3C6114FA46AE}" dt="2025-12-19T14:37:57.463" v="460" actId="680"/>
        <pc:sldMkLst>
          <pc:docMk/>
          <pc:sldMk cId="772152606" sldId="272"/>
        </pc:sldMkLst>
      </pc:sldChg>
      <pc:sldChg chg="modSp add">
        <pc:chgData name="Sruthi Sundar" userId="651794920b5f0fa2" providerId="LiveId" clId="{E72B0587-3D36-4671-9701-3C6114FA46AE}" dt="2025-12-19T14:39:15.767" v="477"/>
        <pc:sldMkLst>
          <pc:docMk/>
          <pc:sldMk cId="3416337423" sldId="273"/>
        </pc:sldMkLst>
        <pc:spChg chg="mod">
          <ac:chgData name="Sruthi Sundar" userId="651794920b5f0fa2" providerId="LiveId" clId="{E72B0587-3D36-4671-9701-3C6114FA46AE}" dt="2025-12-19T14:39:15.767" v="477"/>
          <ac:spMkLst>
            <pc:docMk/>
            <pc:sldMk cId="3416337423" sldId="273"/>
            <ac:spMk id="2" creationId="{C8F54AE9-01CD-4998-B94E-1E91526EB471}"/>
          </ac:spMkLst>
        </pc:spChg>
        <pc:spChg chg="mod">
          <ac:chgData name="Sruthi Sundar" userId="651794920b5f0fa2" providerId="LiveId" clId="{E72B0587-3D36-4671-9701-3C6114FA46AE}" dt="2025-12-19T14:39:05.938" v="475"/>
          <ac:spMkLst>
            <pc:docMk/>
            <pc:sldMk cId="3416337423" sldId="273"/>
            <ac:spMk id="4" creationId="{CE7E1EB3-D803-541A-8057-87BE3543EB54}"/>
          </ac:spMkLst>
        </pc:spChg>
      </pc:sldChg>
      <pc:sldChg chg="addSp modSp add mod">
        <pc:chgData name="Sruthi Sundar" userId="651794920b5f0fa2" providerId="LiveId" clId="{E72B0587-3D36-4671-9701-3C6114FA46AE}" dt="2025-12-19T14:38:52.462" v="473" actId="1076"/>
        <pc:sldMkLst>
          <pc:docMk/>
          <pc:sldMk cId="2656967827" sldId="274"/>
        </pc:sldMkLst>
        <pc:spChg chg="mod">
          <ac:chgData name="Sruthi Sundar" userId="651794920b5f0fa2" providerId="LiveId" clId="{E72B0587-3D36-4671-9701-3C6114FA46AE}" dt="2025-12-19T14:38:44.394" v="471" actId="6549"/>
          <ac:spMkLst>
            <pc:docMk/>
            <pc:sldMk cId="2656967827" sldId="274"/>
            <ac:spMk id="2" creationId="{7CF6C9B7-ED54-F4DA-CA0D-8599CA8654C0}"/>
          </ac:spMkLst>
        </pc:spChg>
        <pc:spChg chg="mod">
          <ac:chgData name="Sruthi Sundar" userId="651794920b5f0fa2" providerId="LiveId" clId="{E72B0587-3D36-4671-9701-3C6114FA46AE}" dt="2025-12-19T14:38:21.604" v="465"/>
          <ac:spMkLst>
            <pc:docMk/>
            <pc:sldMk cId="2656967827" sldId="274"/>
            <ac:spMk id="4" creationId="{DEE06BBA-450B-616D-082C-DC4A24CC6B11}"/>
          </ac:spMkLst>
        </pc:spChg>
        <pc:picChg chg="add mod">
          <ac:chgData name="Sruthi Sundar" userId="651794920b5f0fa2" providerId="LiveId" clId="{E72B0587-3D36-4671-9701-3C6114FA46AE}" dt="2025-12-19T14:38:52.462" v="473" actId="1076"/>
          <ac:picMkLst>
            <pc:docMk/>
            <pc:sldMk cId="2656967827" sldId="274"/>
            <ac:picMk id="17" creationId="{C07B129F-3047-9725-F100-D8424F60BFD8}"/>
          </ac:picMkLst>
        </pc:picChg>
        <pc:picChg chg="add mod">
          <ac:chgData name="Sruthi Sundar" userId="651794920b5f0fa2" providerId="LiveId" clId="{E72B0587-3D36-4671-9701-3C6114FA46AE}" dt="2025-12-19T14:38:49.237" v="472" actId="1076"/>
          <ac:picMkLst>
            <pc:docMk/>
            <pc:sldMk cId="2656967827" sldId="274"/>
            <ac:picMk id="19" creationId="{E9AA756B-FDB0-F92D-2377-8E6997462FE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12/19/2025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461052"/>
            <a:ext cx="9144000" cy="1152939"/>
          </a:xfrm>
        </p:spPr>
        <p:txBody>
          <a:bodyPr anchor="b" anchorCtr="0">
            <a:normAutofit/>
          </a:bodyPr>
          <a:lstStyle/>
          <a:p>
            <a:r>
              <a:rPr lang="en-US" sz="3200" b="1" dirty="0"/>
              <a:t>Full Stack Development with MERN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101009"/>
            <a:ext cx="9144000" cy="2950541"/>
          </a:xfrm>
        </p:spPr>
        <p:txBody>
          <a:bodyPr>
            <a:normAutofit/>
          </a:bodyPr>
          <a:lstStyle/>
          <a:p>
            <a:r>
              <a:rPr lang="en-US" sz="2600" b="1" dirty="0"/>
              <a:t>BOOKSTORE</a:t>
            </a:r>
          </a:p>
          <a:p>
            <a:r>
              <a:rPr lang="en-US" sz="2600" dirty="0"/>
              <a:t>-MERN FULL STACK ONLINE BOOKSTORE</a:t>
            </a:r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29919-17DF-09EE-D238-57685FD0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DAAC61-A81F-9E6D-05D1-4959154A6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803" y="1121700"/>
            <a:ext cx="9849247" cy="1253752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600" b="1" dirty="0"/>
              <a:t>1. INTRODUCTION: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C1F60F-29FE-DE13-1EDC-03D0EED1AE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780" y="2981739"/>
            <a:ext cx="10914925" cy="306981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Century" panose="02040604050505020304" pitchFamily="18" charset="0"/>
              </a:rPr>
              <a:t>Project Title	:</a:t>
            </a:r>
            <a:r>
              <a:rPr lang="en-US" dirty="0"/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Bookstore-MERN Full Stack Online Bookstore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latin typeface="Century" panose="02040604050505020304" pitchFamily="18" charset="0"/>
              </a:rPr>
              <a:t>Team Members	: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Preethi S</a:t>
            </a:r>
            <a:br>
              <a:rPr lang="en-US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09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94E0-810A-9E91-8A21-5D4C60A2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3FE11-933F-27DF-3495-DF3AED423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533" y="69575"/>
            <a:ext cx="9144000" cy="755373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800" b="1" dirty="0"/>
              <a:t>2. Project Overview</a:t>
            </a:r>
            <a:r>
              <a:rPr lang="en-US" sz="2800" dirty="0"/>
              <a:t>:</a:t>
            </a:r>
            <a:endParaRPr lang="en-US" sz="2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0508186-6DF4-13C4-C5A4-0B46B751FA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85360" y="1120605"/>
            <a:ext cx="9021279" cy="4850295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primary objective of Book Store is to build a secure, scalable, and user-friendly online bookstore. It simplifies book discovery, enhances the reading purchase experience, and provides a centralized platform for both readers and administrators.</a:t>
            </a:r>
          </a:p>
          <a:p>
            <a:pPr algn="l">
              <a:lnSpc>
                <a:spcPct val="16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ensures:</a:t>
            </a:r>
          </a:p>
          <a:p>
            <a:pPr marL="457200" indent="-457200" algn="l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book browsing and searching</a:t>
            </a:r>
          </a:p>
          <a:p>
            <a:pPr marL="457200" indent="-457200" algn="l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and authorization</a:t>
            </a:r>
          </a:p>
          <a:p>
            <a:pPr marL="457200" indent="-457200" algn="l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book and order management</a:t>
            </a:r>
          </a:p>
          <a:p>
            <a:pPr marL="457200" indent="-457200" algn="l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across all devices</a:t>
            </a:r>
          </a:p>
          <a:p>
            <a:pPr algn="l">
              <a:lnSpc>
                <a:spcPct val="160000"/>
              </a:lnSpc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13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F5CA-DD38-1110-3247-099B0068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EA2988-88A6-87E7-14E4-10072D60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39148"/>
            <a:ext cx="9144000" cy="745434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800" b="1" dirty="0"/>
              <a:t>3. System Architecture</a:t>
            </a:r>
            <a:r>
              <a:rPr lang="en-IN" sz="2400" b="1" dirty="0"/>
              <a:t>: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E957C7-7AAB-E216-7202-E8D6B1F6F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705678"/>
            <a:ext cx="9144000" cy="5784574"/>
          </a:xfrm>
        </p:spPr>
        <p:txBody>
          <a:bodyPr>
            <a:normAutofit fontScale="85000" lnSpcReduction="20000"/>
          </a:bodyPr>
          <a:lstStyle/>
          <a:p>
            <a:pPr algn="l"/>
            <a:endParaRPr lang="en-IN" sz="2200" b="1" dirty="0"/>
          </a:p>
          <a:p>
            <a:pPr algn="l">
              <a:lnSpc>
                <a:spcPct val="17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frontend is created using React.js with a component-based structure. It ensures reusability, fast rendering, and smooth navigation using React Router. State management is handled efficiently to manage cart and user data.</a:t>
            </a:r>
          </a:p>
          <a:p>
            <a:pPr algn="l">
              <a:lnSpc>
                <a:spcPct val="17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backend is built using Node.js and Express.js. It follows a RESTful architecture to manage requests related to users, books, cart, and orders. Middleware is used for authentication, error handling, and request validation.</a:t>
            </a:r>
          </a:p>
          <a:p>
            <a:pPr algn="l">
              <a:lnSpc>
                <a:spcPct val="17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MongoDB is used as the database to store user details, book information, cart items, and order records. Collections are designed to support scalability and efficient querying.</a:t>
            </a:r>
          </a:p>
        </p:txBody>
      </p:sp>
    </p:spTree>
    <p:extLst>
      <p:ext uri="{BB962C8B-B14F-4D97-AF65-F5344CB8AC3E}">
        <p14:creationId xmlns:p14="http://schemas.microsoft.com/office/powerpoint/2010/main" val="283053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F8E2-2236-0037-FCF4-0B74B6EF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41AC15-4D0F-0B3C-378B-CDDDCBDF8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735495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800" b="1" dirty="0"/>
              <a:t>4. Setup Instructions</a:t>
            </a:r>
            <a:r>
              <a:rPr lang="en-IN" sz="2400" b="1" dirty="0"/>
              <a:t>: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9FAF31-1545-EECB-E230-9AF8CE3931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441175"/>
            <a:ext cx="9144000" cy="5287616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</a:p>
          <a:p>
            <a:pPr marL="285750" indent="-2857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 marL="28575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28575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(for API testing)</a:t>
            </a:r>
          </a:p>
          <a:p>
            <a:pPr marL="285750" indent="-28575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pPr algn="l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client folder and install required packages.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server folder and install backend dependencies.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environment variables.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MongoDB service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8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4188-1968-9409-6238-40242F8F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B5E2B7-E373-DD99-5B30-BB1960119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78904"/>
            <a:ext cx="9144000" cy="795131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400" b="1" dirty="0"/>
              <a:t>5. Folder Structure: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2259E2D-A3B1-399F-5CC4-34B7E1C5DF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212574"/>
            <a:ext cx="9144000" cy="5347252"/>
          </a:xfrm>
        </p:spPr>
        <p:txBody>
          <a:bodyPr>
            <a:norm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Client: React frontend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96953B-F0DD-0E90-40C6-63C38447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417" y="298174"/>
            <a:ext cx="2961861" cy="626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2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0956-1F02-93D3-750F-8FF813FD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8A067-9430-5D07-B4D5-F56B3B565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78904"/>
            <a:ext cx="9144000" cy="698437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400" b="1" dirty="0"/>
              <a:t>Server: Node.js backend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D0969B-A2DF-E315-54D1-959DF52BA3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222513"/>
            <a:ext cx="9144000" cy="4979504"/>
          </a:xfrm>
        </p:spPr>
        <p:txBody>
          <a:bodyPr/>
          <a:lstStyle/>
          <a:p>
            <a:pPr algn="l"/>
            <a:r>
              <a:rPr lang="en-US" dirty="0"/>
              <a:t>  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07392C-6434-DC93-50F2-8EE92D88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64" y="1049927"/>
            <a:ext cx="4540269" cy="532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8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5C5A-6396-A963-36B8-10D84C53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DFA35F-8224-9D82-25A1-93C30DC29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318052"/>
            <a:ext cx="9144000" cy="685801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400" b="1" dirty="0"/>
              <a:t>6. Running the Application: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1EFDF3-BEDB-FB24-2736-F54C5C763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292087"/>
            <a:ext cx="9144000" cy="4472609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in the client directory. </a:t>
            </a:r>
          </a:p>
          <a:p>
            <a:pPr marL="457200" indent="-4572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Frontend</a:t>
            </a:r>
          </a:p>
          <a:p>
            <a:pPr marL="457200" indent="-4572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in the server directory.</a:t>
            </a:r>
          </a:p>
          <a:p>
            <a:pPr marL="457200" indent="-4572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 Backend</a:t>
            </a:r>
          </a:p>
          <a:p>
            <a:pPr marL="457200" indent="-457200" algn="l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server.js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7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6A62-1D62-50C0-6D09-903C5BC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E1C31-3D31-D1D8-9E68-0560B5CFF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174" y="1121700"/>
            <a:ext cx="9229876" cy="736917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400" b="1" dirty="0"/>
              <a:t>7. API Documentation:</a:t>
            </a:r>
            <a:endParaRPr lang="en-US" sz="2400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BE5F36-D76A-A736-4271-297E7B4A8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1CC964-907D-CA2A-BEB0-B763976EA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066701"/>
              </p:ext>
            </p:extLst>
          </p:nvPr>
        </p:nvGraphicFramePr>
        <p:xfrm>
          <a:off x="2032000" y="252858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263367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054268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9401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03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/api/users/register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Register new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789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/api/users/login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38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/api/products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 all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0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/api/cart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item to cart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3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/api/orders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Place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87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64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F3A3-87F5-1B7B-6E2C-E64B514E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2B1773-486B-F8A3-F98C-007357A44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175" y="745435"/>
            <a:ext cx="9144000" cy="735495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400" b="1" dirty="0"/>
              <a:t>8.Authentication: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F3FC48-59C4-CF22-05BB-5AF9E263CF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699592"/>
            <a:ext cx="8809521" cy="3458818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is implemented using JWT (JSON Web Tokens). After login, a token is generated and used to access protected routes. Role-based authorization ensures that only administrators can access admin-level features. Passwords are securely encrypted before storing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110305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FC686-AFED-E8BF-71A9-A5D44DCE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085A0E-7A24-1563-01D7-E42B4FE3B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735495"/>
          </a:xfrm>
        </p:spPr>
        <p:txBody>
          <a:bodyPr anchor="b" anchorCtr="0">
            <a:normAutofit/>
          </a:bodyPr>
          <a:lstStyle/>
          <a:p>
            <a:pPr algn="l"/>
            <a:r>
              <a:rPr lang="en-IN" sz="2400" b="1" dirty="0"/>
              <a:t>9. User Interface:</a:t>
            </a:r>
            <a:endParaRPr lang="en-US" sz="2400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EAD37-5883-1475-062F-150EBD915A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1699592"/>
            <a:ext cx="9144000" cy="3458818"/>
          </a:xfrm>
        </p:spPr>
        <p:txBody>
          <a:bodyPr/>
          <a:lstStyle/>
          <a:p>
            <a:pPr algn="l"/>
            <a:r>
              <a:rPr lang="en-US" dirty="0"/>
              <a:t>   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F6879-032E-472D-E79E-4D8BD697A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2" y="1343841"/>
            <a:ext cx="9919253" cy="50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1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CC1E-2D96-C4E8-8A3F-88BB8970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4632AD-11BB-2070-2054-7E05A8D7F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1202634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400" b="1" dirty="0"/>
              <a:t>10. Testing: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0203C8-11E9-DFA0-5CA9-166A350C024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1527175" y="1961772"/>
            <a:ext cx="8561959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API testing performed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testing conducted using browser developer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middleware used for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ensures functionality and user experience reliability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36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B3AE-AF3E-854E-9C7E-F517E4A3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E06BBA-450B-616D-082C-DC4A24CC6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1202634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400" dirty="0"/>
              <a:t>11. Screenshots &amp; Demo:</a:t>
            </a:r>
            <a:endParaRPr lang="en-US" sz="2400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F6C9B7-ED54-F4DA-CA0D-8599CA8654C0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1527175" y="3148026"/>
            <a:ext cx="264816" cy="56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computer screen shot of a book&#10;&#10;AI-generated content may be incorrect.">
            <a:extLst>
              <a:ext uri="{FF2B5EF4-FFF2-40B4-BE49-F238E27FC236}">
                <a16:creationId xmlns:a16="http://schemas.microsoft.com/office/drawing/2014/main" id="{E9AA756B-FDB0-F92D-2377-8E6997462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59" y="2378982"/>
            <a:ext cx="4373217" cy="3666297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7B129F-3047-9725-F100-D8424F60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168" y="2378982"/>
            <a:ext cx="6500192" cy="35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67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9FD59-39A6-32E7-F13F-ACD4DCF3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E1EB3-D803-541A-8057-87BE3543E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1202634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400" dirty="0"/>
              <a:t>12. Known Issues:</a:t>
            </a:r>
            <a:endParaRPr lang="en-US" sz="2400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54AE9-01CD-4998-B94E-1E91526EB47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1527175" y="1961772"/>
            <a:ext cx="719139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gateway integration pending</a:t>
            </a:r>
          </a:p>
          <a:p>
            <a:pPr marL="285750" lvl="0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system not implemented</a:t>
            </a:r>
          </a:p>
          <a:p>
            <a:pPr marL="285750" lvl="0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Pagination improvements needed for admin panels</a:t>
            </a:r>
          </a:p>
          <a:p>
            <a:pPr marL="285750" lvl="0" indent="-28575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optimization required for very small screen devices</a:t>
            </a:r>
          </a:p>
        </p:txBody>
      </p:sp>
    </p:spTree>
    <p:extLst>
      <p:ext uri="{BB962C8B-B14F-4D97-AF65-F5344CB8AC3E}">
        <p14:creationId xmlns:p14="http://schemas.microsoft.com/office/powerpoint/2010/main" val="3416337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0728-C632-B897-F0EC-B9DE4D7B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D2C2B9-52F8-72FA-6323-F8731D7FD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487018"/>
            <a:ext cx="9144000" cy="1202634"/>
          </a:xfrm>
        </p:spPr>
        <p:txBody>
          <a:bodyPr anchor="b" anchorCtr="0">
            <a:normAutofit/>
          </a:bodyPr>
          <a:lstStyle/>
          <a:p>
            <a:pPr algn="l"/>
            <a:r>
              <a:rPr lang="en-US" sz="2400" dirty="0"/>
              <a:t>13. Future Enhancements:</a:t>
            </a:r>
            <a:endParaRPr lang="en-US" sz="2400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8B7277-0950-B581-C6D9-47DE318AD6EC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1619773" y="1689652"/>
            <a:ext cx="4685898" cy="500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</a:t>
            </a:r>
          </a:p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tracking feature</a:t>
            </a:r>
          </a:p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Wishlist functionality</a:t>
            </a:r>
          </a:p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reviews and ratings</a:t>
            </a:r>
          </a:p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sales analytics dashboard</a:t>
            </a:r>
          </a:p>
          <a:p>
            <a:pPr marL="457200" indent="-457200" algn="l">
              <a:lnSpc>
                <a:spcPct val="17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notification services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80922002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Luminous design</Template>
  <TotalTime>144</TotalTime>
  <Words>536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Avenir Next LT Pro</vt:lpstr>
      <vt:lpstr>Calibri</vt:lpstr>
      <vt:lpstr>Cambria</vt:lpstr>
      <vt:lpstr>Century</vt:lpstr>
      <vt:lpstr>Courier New</vt:lpstr>
      <vt:lpstr>Sabon Next LT</vt:lpstr>
      <vt:lpstr>Times New Roman</vt:lpstr>
      <vt:lpstr>Wingdings</vt:lpstr>
      <vt:lpstr>LuminousVTI</vt:lpstr>
      <vt:lpstr>Full Stack Development with MERN</vt:lpstr>
      <vt:lpstr>1. INTRODUCTION:</vt:lpstr>
      <vt:lpstr>2. Project Overview:</vt:lpstr>
      <vt:lpstr>3. System Architecture:</vt:lpstr>
      <vt:lpstr>4. Setup Instructions:</vt:lpstr>
      <vt:lpstr>5. Folder Structure:</vt:lpstr>
      <vt:lpstr>Server: Node.js backend</vt:lpstr>
      <vt:lpstr>6. Running the Application:</vt:lpstr>
      <vt:lpstr>7. API Documentation:</vt:lpstr>
      <vt:lpstr>8.Authentication:</vt:lpstr>
      <vt:lpstr>9. User Interface:</vt:lpstr>
      <vt:lpstr>10. Testing:</vt:lpstr>
      <vt:lpstr>11. Screenshots &amp; Demo:</vt:lpstr>
      <vt:lpstr>12. Known Issues:</vt:lpstr>
      <vt:lpstr>13. Future Enhancements: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Sruthi Sundar</dc:creator>
  <cp:lastModifiedBy>Sruthi Sundar</cp:lastModifiedBy>
  <cp:revision>1</cp:revision>
  <dcterms:created xsi:type="dcterms:W3CDTF">2025-12-19T12:19:52Z</dcterms:created>
  <dcterms:modified xsi:type="dcterms:W3CDTF">2025-12-19T14:44:31Z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